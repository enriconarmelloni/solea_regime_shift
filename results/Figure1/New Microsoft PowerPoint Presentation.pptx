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A9B935-78B3-4706-9810-4C900FE0BB9F}" v="39" dt="2025-11-10T20:00:03.1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99" autoAdjust="0"/>
    <p:restoredTop sz="94660"/>
  </p:normalViewPr>
  <p:slideViewPr>
    <p:cSldViewPr snapToGrid="0">
      <p:cViewPr varScale="1">
        <p:scale>
          <a:sx n="69" d="100"/>
          <a:sy n="69" d="100"/>
        </p:scale>
        <p:origin x="86" y="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rico Armelloni" userId="1bcb1d8ec36d6377" providerId="LiveId" clId="{3AA10B71-C947-4078-9527-BC175D60B92E}"/>
    <pc:docChg chg="undo redo custSel addSld delSld modSld sldOrd">
      <pc:chgData name="Enrico Armelloni" userId="1bcb1d8ec36d6377" providerId="LiveId" clId="{3AA10B71-C947-4078-9527-BC175D60B92E}" dt="2025-11-10T20:00:03.154" v="303"/>
      <pc:docMkLst>
        <pc:docMk/>
      </pc:docMkLst>
      <pc:sldChg chg="addSp delSp modSp mod ord">
        <pc:chgData name="Enrico Armelloni" userId="1bcb1d8ec36d6377" providerId="LiveId" clId="{3AA10B71-C947-4078-9527-BC175D60B92E}" dt="2025-11-10T19:34:23.928" v="199" actId="1076"/>
        <pc:sldMkLst>
          <pc:docMk/>
          <pc:sldMk cId="1450683973" sldId="260"/>
        </pc:sldMkLst>
        <pc:spChg chg="mod ord">
          <ac:chgData name="Enrico Armelloni" userId="1bcb1d8ec36d6377" providerId="LiveId" clId="{3AA10B71-C947-4078-9527-BC175D60B92E}" dt="2025-11-10T19:32:59.051" v="177" actId="1076"/>
          <ac:spMkLst>
            <pc:docMk/>
            <pc:sldMk cId="1450683973" sldId="260"/>
            <ac:spMk id="5" creationId="{D72D3BF5-FD7C-B0B1-8A92-C58F56FE27E8}"/>
          </ac:spMkLst>
        </pc:spChg>
        <pc:spChg chg="del">
          <ac:chgData name="Enrico Armelloni" userId="1bcb1d8ec36d6377" providerId="LiveId" clId="{3AA10B71-C947-4078-9527-BC175D60B92E}" dt="2025-11-10T19:20:53.142" v="45" actId="478"/>
          <ac:spMkLst>
            <pc:docMk/>
            <pc:sldMk cId="1450683973" sldId="260"/>
            <ac:spMk id="6" creationId="{572F4375-9D92-6A7C-74E3-73D5A4E441A3}"/>
          </ac:spMkLst>
        </pc:spChg>
        <pc:spChg chg="del">
          <ac:chgData name="Enrico Armelloni" userId="1bcb1d8ec36d6377" providerId="LiveId" clId="{3AA10B71-C947-4078-9527-BC175D60B92E}" dt="2025-11-10T19:20:46.253" v="39" actId="478"/>
          <ac:spMkLst>
            <pc:docMk/>
            <pc:sldMk cId="1450683973" sldId="260"/>
            <ac:spMk id="10" creationId="{8210D699-8E47-5B26-76F8-CB4E098CA509}"/>
          </ac:spMkLst>
        </pc:spChg>
        <pc:spChg chg="del">
          <ac:chgData name="Enrico Armelloni" userId="1bcb1d8ec36d6377" providerId="LiveId" clId="{3AA10B71-C947-4078-9527-BC175D60B92E}" dt="2025-11-10T19:20:45.288" v="38" actId="478"/>
          <ac:spMkLst>
            <pc:docMk/>
            <pc:sldMk cId="1450683973" sldId="260"/>
            <ac:spMk id="11" creationId="{85891D13-0958-F51D-5FDC-99ABDE66FDCA}"/>
          </ac:spMkLst>
        </pc:spChg>
        <pc:spChg chg="del">
          <ac:chgData name="Enrico Armelloni" userId="1bcb1d8ec36d6377" providerId="LiveId" clId="{3AA10B71-C947-4078-9527-BC175D60B92E}" dt="2025-11-10T19:20:44.703" v="37" actId="478"/>
          <ac:spMkLst>
            <pc:docMk/>
            <pc:sldMk cId="1450683973" sldId="260"/>
            <ac:spMk id="12" creationId="{C93F51F9-4486-DAC8-4D12-D247447E6065}"/>
          </ac:spMkLst>
        </pc:spChg>
        <pc:spChg chg="del">
          <ac:chgData name="Enrico Armelloni" userId="1bcb1d8ec36d6377" providerId="LiveId" clId="{3AA10B71-C947-4078-9527-BC175D60B92E}" dt="2025-11-10T19:20:47" v="40" actId="478"/>
          <ac:spMkLst>
            <pc:docMk/>
            <pc:sldMk cId="1450683973" sldId="260"/>
            <ac:spMk id="13" creationId="{CD16A4B7-9E83-7BAC-6A19-9115B00940B9}"/>
          </ac:spMkLst>
        </pc:spChg>
        <pc:spChg chg="mod ord">
          <ac:chgData name="Enrico Armelloni" userId="1bcb1d8ec36d6377" providerId="LiveId" clId="{3AA10B71-C947-4078-9527-BC175D60B92E}" dt="2025-11-10T19:33:39.673" v="185" actId="166"/>
          <ac:spMkLst>
            <pc:docMk/>
            <pc:sldMk cId="1450683973" sldId="260"/>
            <ac:spMk id="17" creationId="{04A67A23-FC14-8C52-A035-3D5A3AEFEE89}"/>
          </ac:spMkLst>
        </pc:spChg>
        <pc:spChg chg="del">
          <ac:chgData name="Enrico Armelloni" userId="1bcb1d8ec36d6377" providerId="LiveId" clId="{3AA10B71-C947-4078-9527-BC175D60B92E}" dt="2025-11-10T19:19:47.013" v="15" actId="478"/>
          <ac:spMkLst>
            <pc:docMk/>
            <pc:sldMk cId="1450683973" sldId="260"/>
            <ac:spMk id="19" creationId="{DE8BF397-8571-F602-99A3-5256F643F2C8}"/>
          </ac:spMkLst>
        </pc:spChg>
        <pc:spChg chg="mod ord">
          <ac:chgData name="Enrico Armelloni" userId="1bcb1d8ec36d6377" providerId="LiveId" clId="{3AA10B71-C947-4078-9527-BC175D60B92E}" dt="2025-11-10T19:22:18.087" v="67" actId="14100"/>
          <ac:spMkLst>
            <pc:docMk/>
            <pc:sldMk cId="1450683973" sldId="260"/>
            <ac:spMk id="20" creationId="{A86C7613-8C5B-881E-E868-FFDFD6DA9B7B}"/>
          </ac:spMkLst>
        </pc:spChg>
        <pc:spChg chg="add mod">
          <ac:chgData name="Enrico Armelloni" userId="1bcb1d8ec36d6377" providerId="LiveId" clId="{3AA10B71-C947-4078-9527-BC175D60B92E}" dt="2025-11-10T19:22:43.503" v="71" actId="14100"/>
          <ac:spMkLst>
            <pc:docMk/>
            <pc:sldMk cId="1450683973" sldId="260"/>
            <ac:spMk id="29" creationId="{B4A3464F-8644-B8E3-B5FA-B26780F8B6D0}"/>
          </ac:spMkLst>
        </pc:spChg>
        <pc:spChg chg="add mod">
          <ac:chgData name="Enrico Armelloni" userId="1bcb1d8ec36d6377" providerId="LiveId" clId="{3AA10B71-C947-4078-9527-BC175D60B92E}" dt="2025-11-10T19:30:32.929" v="112" actId="1076"/>
          <ac:spMkLst>
            <pc:docMk/>
            <pc:sldMk cId="1450683973" sldId="260"/>
            <ac:spMk id="34" creationId="{5C838792-24EF-58B1-0E46-DAEC871C5094}"/>
          </ac:spMkLst>
        </pc:spChg>
        <pc:spChg chg="add mod">
          <ac:chgData name="Enrico Armelloni" userId="1bcb1d8ec36d6377" providerId="LiveId" clId="{3AA10B71-C947-4078-9527-BC175D60B92E}" dt="2025-11-10T19:31:51.232" v="160" actId="1076"/>
          <ac:spMkLst>
            <pc:docMk/>
            <pc:sldMk cId="1450683973" sldId="260"/>
            <ac:spMk id="36" creationId="{1FB3AF3A-FCA0-A744-A31A-9BC0BBFADF35}"/>
          </ac:spMkLst>
        </pc:spChg>
        <pc:spChg chg="add mod">
          <ac:chgData name="Enrico Armelloni" userId="1bcb1d8ec36d6377" providerId="LiveId" clId="{3AA10B71-C947-4078-9527-BC175D60B92E}" dt="2025-11-10T19:32:39.738" v="174" actId="1038"/>
          <ac:spMkLst>
            <pc:docMk/>
            <pc:sldMk cId="1450683973" sldId="260"/>
            <ac:spMk id="37" creationId="{ED191E49-16BB-2917-F4D8-FCB390EBF105}"/>
          </ac:spMkLst>
        </pc:spChg>
        <pc:spChg chg="add mod">
          <ac:chgData name="Enrico Armelloni" userId="1bcb1d8ec36d6377" providerId="LiveId" clId="{3AA10B71-C947-4078-9527-BC175D60B92E}" dt="2025-11-10T19:33:11.763" v="180" actId="20577"/>
          <ac:spMkLst>
            <pc:docMk/>
            <pc:sldMk cId="1450683973" sldId="260"/>
            <ac:spMk id="38" creationId="{9A3E7C37-AC97-E6A1-4E7B-3F9C4875017E}"/>
          </ac:spMkLst>
        </pc:spChg>
        <pc:spChg chg="add mod">
          <ac:chgData name="Enrico Armelloni" userId="1bcb1d8ec36d6377" providerId="LiveId" clId="{3AA10B71-C947-4078-9527-BC175D60B92E}" dt="2025-11-10T19:33:47.983" v="188" actId="20577"/>
          <ac:spMkLst>
            <pc:docMk/>
            <pc:sldMk cId="1450683973" sldId="260"/>
            <ac:spMk id="39" creationId="{DDE2A7F8-CDDB-45EA-C2B7-B16089B10D4D}"/>
          </ac:spMkLst>
        </pc:spChg>
        <pc:spChg chg="add mod">
          <ac:chgData name="Enrico Armelloni" userId="1bcb1d8ec36d6377" providerId="LiveId" clId="{3AA10B71-C947-4078-9527-BC175D60B92E}" dt="2025-11-10T19:33:55.376" v="191" actId="20577"/>
          <ac:spMkLst>
            <pc:docMk/>
            <pc:sldMk cId="1450683973" sldId="260"/>
            <ac:spMk id="40" creationId="{F0217A41-5AE9-F5F0-A8BA-6F499844C546}"/>
          </ac:spMkLst>
        </pc:spChg>
        <pc:spChg chg="add mod">
          <ac:chgData name="Enrico Armelloni" userId="1bcb1d8ec36d6377" providerId="LiveId" clId="{3AA10B71-C947-4078-9527-BC175D60B92E}" dt="2025-11-10T19:34:04.356" v="194" actId="20577"/>
          <ac:spMkLst>
            <pc:docMk/>
            <pc:sldMk cId="1450683973" sldId="260"/>
            <ac:spMk id="41" creationId="{E9338AC1-3956-2080-5493-6B71FE39AFEC}"/>
          </ac:spMkLst>
        </pc:spChg>
        <pc:spChg chg="add mod">
          <ac:chgData name="Enrico Armelloni" userId="1bcb1d8ec36d6377" providerId="LiveId" clId="{3AA10B71-C947-4078-9527-BC175D60B92E}" dt="2025-11-10T19:34:23.928" v="199" actId="1076"/>
          <ac:spMkLst>
            <pc:docMk/>
            <pc:sldMk cId="1450683973" sldId="260"/>
            <ac:spMk id="42" creationId="{0451DEC3-0186-40DE-E86F-D8F0EFA89BB1}"/>
          </ac:spMkLst>
        </pc:spChg>
        <pc:picChg chg="mod">
          <ac:chgData name="Enrico Armelloni" userId="1bcb1d8ec36d6377" providerId="LiveId" clId="{3AA10B71-C947-4078-9527-BC175D60B92E}" dt="2025-11-10T19:31:55.162" v="164" actId="1076"/>
          <ac:picMkLst>
            <pc:docMk/>
            <pc:sldMk cId="1450683973" sldId="260"/>
            <ac:picMk id="2" creationId="{54F73FC1-79EB-9376-7921-1DA5B2CD2B3E}"/>
          </ac:picMkLst>
        </pc:picChg>
        <pc:picChg chg="del">
          <ac:chgData name="Enrico Armelloni" userId="1bcb1d8ec36d6377" providerId="LiveId" clId="{3AA10B71-C947-4078-9527-BC175D60B92E}" dt="2025-11-10T19:20:43.099" v="35" actId="478"/>
          <ac:picMkLst>
            <pc:docMk/>
            <pc:sldMk cId="1450683973" sldId="260"/>
            <ac:picMk id="7" creationId="{225C45FF-02E3-2257-E250-002C309A2017}"/>
          </ac:picMkLst>
        </pc:picChg>
        <pc:picChg chg="del">
          <ac:chgData name="Enrico Armelloni" userId="1bcb1d8ec36d6377" providerId="LiveId" clId="{3AA10B71-C947-4078-9527-BC175D60B92E}" dt="2025-11-10T19:20:43.647" v="36" actId="478"/>
          <ac:picMkLst>
            <pc:docMk/>
            <pc:sldMk cId="1450683973" sldId="260"/>
            <ac:picMk id="8" creationId="{87459084-FF49-045D-033A-83A31739E50B}"/>
          </ac:picMkLst>
        </pc:picChg>
        <pc:picChg chg="del">
          <ac:chgData name="Enrico Armelloni" userId="1bcb1d8ec36d6377" providerId="LiveId" clId="{3AA10B71-C947-4078-9527-BC175D60B92E}" dt="2025-11-10T19:19:45.880" v="14" actId="478"/>
          <ac:picMkLst>
            <pc:docMk/>
            <pc:sldMk cId="1450683973" sldId="260"/>
            <ac:picMk id="14" creationId="{E7329C36-67B9-AEFD-4EB9-84781102CD80}"/>
          </ac:picMkLst>
        </pc:picChg>
        <pc:picChg chg="del">
          <ac:chgData name="Enrico Armelloni" userId="1bcb1d8ec36d6377" providerId="LiveId" clId="{3AA10B71-C947-4078-9527-BC175D60B92E}" dt="2025-11-10T19:19:44.625" v="13" actId="478"/>
          <ac:picMkLst>
            <pc:docMk/>
            <pc:sldMk cId="1450683973" sldId="260"/>
            <ac:picMk id="15" creationId="{D45D6A5C-668E-916F-185C-6E28B33A3099}"/>
          </ac:picMkLst>
        </pc:picChg>
        <pc:picChg chg="del">
          <ac:chgData name="Enrico Armelloni" userId="1bcb1d8ec36d6377" providerId="LiveId" clId="{3AA10B71-C947-4078-9527-BC175D60B92E}" dt="2025-11-10T19:20:03.779" v="22" actId="478"/>
          <ac:picMkLst>
            <pc:docMk/>
            <pc:sldMk cId="1450683973" sldId="260"/>
            <ac:picMk id="16" creationId="{134183E0-EDC9-89D0-2001-7DC00FD56783}"/>
          </ac:picMkLst>
        </pc:picChg>
        <pc:picChg chg="add del mod">
          <ac:chgData name="Enrico Armelloni" userId="1bcb1d8ec36d6377" providerId="LiveId" clId="{3AA10B71-C947-4078-9527-BC175D60B92E}" dt="2025-11-10T19:28:31.273" v="86" actId="478"/>
          <ac:picMkLst>
            <pc:docMk/>
            <pc:sldMk cId="1450683973" sldId="260"/>
            <ac:picMk id="22" creationId="{A553E374-5557-3F82-C65C-747783BDE416}"/>
          </ac:picMkLst>
        </pc:picChg>
        <pc:picChg chg="add mod">
          <ac:chgData name="Enrico Armelloni" userId="1bcb1d8ec36d6377" providerId="LiveId" clId="{3AA10B71-C947-4078-9527-BC175D60B92E}" dt="2025-11-10T19:20:12.202" v="25" actId="1076"/>
          <ac:picMkLst>
            <pc:docMk/>
            <pc:sldMk cId="1450683973" sldId="260"/>
            <ac:picMk id="24" creationId="{D98484CC-50C7-3A6E-050E-6B9169F6BBF4}"/>
          </ac:picMkLst>
        </pc:picChg>
        <pc:picChg chg="add del mod">
          <ac:chgData name="Enrico Armelloni" userId="1bcb1d8ec36d6377" providerId="LiveId" clId="{3AA10B71-C947-4078-9527-BC175D60B92E}" dt="2025-11-10T19:23:38.163" v="76" actId="478"/>
          <ac:picMkLst>
            <pc:docMk/>
            <pc:sldMk cId="1450683973" sldId="260"/>
            <ac:picMk id="26" creationId="{EDB46B7D-4791-B151-4A95-29320A3FB570}"/>
          </ac:picMkLst>
        </pc:picChg>
        <pc:picChg chg="add mod modCrop">
          <ac:chgData name="Enrico Armelloni" userId="1bcb1d8ec36d6377" providerId="LiveId" clId="{3AA10B71-C947-4078-9527-BC175D60B92E}" dt="2025-11-10T19:21:51.540" v="62" actId="14100"/>
          <ac:picMkLst>
            <pc:docMk/>
            <pc:sldMk cId="1450683973" sldId="260"/>
            <ac:picMk id="28" creationId="{A32CD176-32A6-4E0E-D11A-29CA2B53295A}"/>
          </ac:picMkLst>
        </pc:picChg>
        <pc:picChg chg="add mod">
          <ac:chgData name="Enrico Armelloni" userId="1bcb1d8ec36d6377" providerId="LiveId" clId="{3AA10B71-C947-4078-9527-BC175D60B92E}" dt="2025-11-10T19:32:03.142" v="167" actId="1076"/>
          <ac:picMkLst>
            <pc:docMk/>
            <pc:sldMk cId="1450683973" sldId="260"/>
            <ac:picMk id="31" creationId="{D71C3A06-1B47-82F4-3A9C-EE306CE3D4E3}"/>
          </ac:picMkLst>
        </pc:picChg>
        <pc:picChg chg="add mod">
          <ac:chgData name="Enrico Armelloni" userId="1bcb1d8ec36d6377" providerId="LiveId" clId="{3AA10B71-C947-4078-9527-BC175D60B92E}" dt="2025-11-10T19:29:26.376" v="99" actId="14100"/>
          <ac:picMkLst>
            <pc:docMk/>
            <pc:sldMk cId="1450683973" sldId="260"/>
            <ac:picMk id="33" creationId="{3ACDEE75-C3C0-3BAA-5908-43FC29367F2F}"/>
          </ac:picMkLst>
        </pc:picChg>
      </pc:sldChg>
      <pc:sldChg chg="addSp delSp new mod">
        <pc:chgData name="Enrico Armelloni" userId="1bcb1d8ec36d6377" providerId="LiveId" clId="{3AA10B71-C947-4078-9527-BC175D60B92E}" dt="2025-11-10T19:34:35.661" v="203"/>
        <pc:sldMkLst>
          <pc:docMk/>
          <pc:sldMk cId="1498708164" sldId="261"/>
        </pc:sldMkLst>
        <pc:spChg chg="del">
          <ac:chgData name="Enrico Armelloni" userId="1bcb1d8ec36d6377" providerId="LiveId" clId="{3AA10B71-C947-4078-9527-BC175D60B92E}" dt="2025-11-10T19:34:33.209" v="202" actId="478"/>
          <ac:spMkLst>
            <pc:docMk/>
            <pc:sldMk cId="1498708164" sldId="261"/>
            <ac:spMk id="2" creationId="{D408CEDC-1A48-D62D-5F99-DA5902B1F135}"/>
          </ac:spMkLst>
        </pc:spChg>
        <pc:spChg chg="del">
          <ac:chgData name="Enrico Armelloni" userId="1bcb1d8ec36d6377" providerId="LiveId" clId="{3AA10B71-C947-4078-9527-BC175D60B92E}" dt="2025-11-10T19:34:32.131" v="201" actId="478"/>
          <ac:spMkLst>
            <pc:docMk/>
            <pc:sldMk cId="1498708164" sldId="261"/>
            <ac:spMk id="3" creationId="{7749E347-7CA4-4E7E-1718-1A5A7FA9DB65}"/>
          </ac:spMkLst>
        </pc:spChg>
        <pc:picChg chg="add">
          <ac:chgData name="Enrico Armelloni" userId="1bcb1d8ec36d6377" providerId="LiveId" clId="{3AA10B71-C947-4078-9527-BC175D60B92E}" dt="2025-11-10T19:34:35.661" v="203"/>
          <ac:picMkLst>
            <pc:docMk/>
            <pc:sldMk cId="1498708164" sldId="261"/>
            <ac:picMk id="4" creationId="{FBA11174-AE3A-5FDB-B4D3-85044041FDC0}"/>
          </ac:picMkLst>
        </pc:picChg>
      </pc:sldChg>
      <pc:sldChg chg="del ord">
        <pc:chgData name="Enrico Armelloni" userId="1bcb1d8ec36d6377" providerId="LiveId" clId="{3AA10B71-C947-4078-9527-BC175D60B92E}" dt="2025-11-10T19:19:04.399" v="4" actId="47"/>
        <pc:sldMkLst>
          <pc:docMk/>
          <pc:sldMk cId="3273148251" sldId="261"/>
        </pc:sldMkLst>
      </pc:sldChg>
      <pc:sldChg chg="del">
        <pc:chgData name="Enrico Armelloni" userId="1bcb1d8ec36d6377" providerId="LiveId" clId="{3AA10B71-C947-4078-9527-BC175D60B92E}" dt="2025-11-10T19:18:59.385" v="1" actId="47"/>
        <pc:sldMkLst>
          <pc:docMk/>
          <pc:sldMk cId="495093286" sldId="262"/>
        </pc:sldMkLst>
      </pc:sldChg>
      <pc:sldChg chg="addSp delSp modSp new mod">
        <pc:chgData name="Enrico Armelloni" userId="1bcb1d8ec36d6377" providerId="LiveId" clId="{3AA10B71-C947-4078-9527-BC175D60B92E}" dt="2025-11-10T19:59:08.606" v="294" actId="1076"/>
        <pc:sldMkLst>
          <pc:docMk/>
          <pc:sldMk cId="2620375717" sldId="262"/>
        </pc:sldMkLst>
        <pc:spChg chg="del">
          <ac:chgData name="Enrico Armelloni" userId="1bcb1d8ec36d6377" providerId="LiveId" clId="{3AA10B71-C947-4078-9527-BC175D60B92E}" dt="2025-11-10T19:50:55.419" v="205"/>
          <ac:spMkLst>
            <pc:docMk/>
            <pc:sldMk cId="2620375717" sldId="262"/>
            <ac:spMk id="3" creationId="{715EED4D-733C-4413-4E60-DE9BAED847F8}"/>
          </ac:spMkLst>
        </pc:spChg>
        <pc:spChg chg="add mod">
          <ac:chgData name="Enrico Armelloni" userId="1bcb1d8ec36d6377" providerId="LiveId" clId="{3AA10B71-C947-4078-9527-BC175D60B92E}" dt="2025-11-10T19:56:41.949" v="271" actId="1076"/>
          <ac:spMkLst>
            <pc:docMk/>
            <pc:sldMk cId="2620375717" sldId="262"/>
            <ac:spMk id="16" creationId="{C82F891E-3618-D9F5-EC89-D14F4D296005}"/>
          </ac:spMkLst>
        </pc:spChg>
        <pc:spChg chg="add mod">
          <ac:chgData name="Enrico Armelloni" userId="1bcb1d8ec36d6377" providerId="LiveId" clId="{3AA10B71-C947-4078-9527-BC175D60B92E}" dt="2025-11-10T19:56:49.209" v="277" actId="20577"/>
          <ac:spMkLst>
            <pc:docMk/>
            <pc:sldMk cId="2620375717" sldId="262"/>
            <ac:spMk id="17" creationId="{CA36ABA4-6FF6-3023-2738-C9C0D1484F2E}"/>
          </ac:spMkLst>
        </pc:spChg>
        <pc:spChg chg="add mod">
          <ac:chgData name="Enrico Armelloni" userId="1bcb1d8ec36d6377" providerId="LiveId" clId="{3AA10B71-C947-4078-9527-BC175D60B92E}" dt="2025-11-10T19:57:01.910" v="279" actId="1076"/>
          <ac:spMkLst>
            <pc:docMk/>
            <pc:sldMk cId="2620375717" sldId="262"/>
            <ac:spMk id="18" creationId="{866F921C-4E26-B7A3-C2DB-8293228A21F5}"/>
          </ac:spMkLst>
        </pc:spChg>
        <pc:spChg chg="add mod">
          <ac:chgData name="Enrico Armelloni" userId="1bcb1d8ec36d6377" providerId="LiveId" clId="{3AA10B71-C947-4078-9527-BC175D60B92E}" dt="2025-11-10T19:57:10.591" v="281" actId="1076"/>
          <ac:spMkLst>
            <pc:docMk/>
            <pc:sldMk cId="2620375717" sldId="262"/>
            <ac:spMk id="19" creationId="{DBA656EE-05F8-F6C9-E146-65B288BD144E}"/>
          </ac:spMkLst>
        </pc:spChg>
        <pc:picChg chg="add mod">
          <ac:chgData name="Enrico Armelloni" userId="1bcb1d8ec36d6377" providerId="LiveId" clId="{3AA10B71-C947-4078-9527-BC175D60B92E}" dt="2025-11-10T19:50:55.934" v="207" actId="962"/>
          <ac:picMkLst>
            <pc:docMk/>
            <pc:sldMk cId="2620375717" sldId="262"/>
            <ac:picMk id="5" creationId="{98D39EE9-CCAB-26DF-DC4B-9D9D8698777E}"/>
          </ac:picMkLst>
        </pc:picChg>
        <pc:picChg chg="add mod">
          <ac:chgData name="Enrico Armelloni" userId="1bcb1d8ec36d6377" providerId="LiveId" clId="{3AA10B71-C947-4078-9527-BC175D60B92E}" dt="2025-11-10T19:56:17.557" v="257" actId="196"/>
          <ac:picMkLst>
            <pc:docMk/>
            <pc:sldMk cId="2620375717" sldId="262"/>
            <ac:picMk id="6" creationId="{39749DEE-CCFE-34F3-813A-A1BEE32B84D9}"/>
          </ac:picMkLst>
        </pc:picChg>
        <pc:picChg chg="add mod">
          <ac:chgData name="Enrico Armelloni" userId="1bcb1d8ec36d6377" providerId="LiveId" clId="{3AA10B71-C947-4078-9527-BC175D60B92E}" dt="2025-11-10T19:56:20.563" v="258" actId="196"/>
          <ac:picMkLst>
            <pc:docMk/>
            <pc:sldMk cId="2620375717" sldId="262"/>
            <ac:picMk id="7" creationId="{F97A5B5C-4B85-8969-77FC-94F697512BF5}"/>
          </ac:picMkLst>
        </pc:picChg>
        <pc:picChg chg="add del mod">
          <ac:chgData name="Enrico Armelloni" userId="1bcb1d8ec36d6377" providerId="LiveId" clId="{3AA10B71-C947-4078-9527-BC175D60B92E}" dt="2025-11-10T19:55:44.198" v="246" actId="478"/>
          <ac:picMkLst>
            <pc:docMk/>
            <pc:sldMk cId="2620375717" sldId="262"/>
            <ac:picMk id="9" creationId="{8EFDD684-16F3-F9C9-63D9-DA2099EA53B7}"/>
          </ac:picMkLst>
        </pc:picChg>
        <pc:picChg chg="add del mod">
          <ac:chgData name="Enrico Armelloni" userId="1bcb1d8ec36d6377" providerId="LiveId" clId="{3AA10B71-C947-4078-9527-BC175D60B92E}" dt="2025-11-10T19:53:04.689" v="226" actId="478"/>
          <ac:picMkLst>
            <pc:docMk/>
            <pc:sldMk cId="2620375717" sldId="262"/>
            <ac:picMk id="10" creationId="{625E1CCC-CD2C-C554-E9F0-7DDCE3A1D9C0}"/>
          </ac:picMkLst>
        </pc:picChg>
        <pc:picChg chg="add del mod">
          <ac:chgData name="Enrico Armelloni" userId="1bcb1d8ec36d6377" providerId="LiveId" clId="{3AA10B71-C947-4078-9527-BC175D60B92E}" dt="2025-11-10T19:55:45.309" v="247" actId="478"/>
          <ac:picMkLst>
            <pc:docMk/>
            <pc:sldMk cId="2620375717" sldId="262"/>
            <ac:picMk id="11" creationId="{4F789D39-85F5-934D-54B8-9EF7B5F561E9}"/>
          </ac:picMkLst>
        </pc:picChg>
        <pc:picChg chg="add del mod">
          <ac:chgData name="Enrico Armelloni" userId="1bcb1d8ec36d6377" providerId="LiveId" clId="{3AA10B71-C947-4078-9527-BC175D60B92E}" dt="2025-11-10T19:55:55.652" v="253" actId="478"/>
          <ac:picMkLst>
            <pc:docMk/>
            <pc:sldMk cId="2620375717" sldId="262"/>
            <ac:picMk id="13" creationId="{E9ACE5D1-AFE2-73C6-389A-111149ED3F84}"/>
          </ac:picMkLst>
        </pc:picChg>
        <pc:picChg chg="add mod">
          <ac:chgData name="Enrico Armelloni" userId="1bcb1d8ec36d6377" providerId="LiveId" clId="{3AA10B71-C947-4078-9527-BC175D60B92E}" dt="2025-11-10T19:59:05.885" v="293" actId="1076"/>
          <ac:picMkLst>
            <pc:docMk/>
            <pc:sldMk cId="2620375717" sldId="262"/>
            <ac:picMk id="14" creationId="{A05945A5-28D9-0B1D-AC52-526BF11CBAC7}"/>
          </ac:picMkLst>
        </pc:picChg>
        <pc:picChg chg="add mod">
          <ac:chgData name="Enrico Armelloni" userId="1bcb1d8ec36d6377" providerId="LiveId" clId="{3AA10B71-C947-4078-9527-BC175D60B92E}" dt="2025-11-10T19:59:08.606" v="294" actId="1076"/>
          <ac:picMkLst>
            <pc:docMk/>
            <pc:sldMk cId="2620375717" sldId="262"/>
            <ac:picMk id="15" creationId="{FF4426B0-A846-05EE-05B1-696907ECE5F8}"/>
          </ac:picMkLst>
        </pc:picChg>
      </pc:sldChg>
      <pc:sldChg chg="addSp delSp modSp new mod">
        <pc:chgData name="Enrico Armelloni" userId="1bcb1d8ec36d6377" providerId="LiveId" clId="{3AA10B71-C947-4078-9527-BC175D60B92E}" dt="2025-11-10T20:00:03.154" v="303"/>
        <pc:sldMkLst>
          <pc:docMk/>
          <pc:sldMk cId="3276316092" sldId="263"/>
        </pc:sldMkLst>
        <pc:spChg chg="del">
          <ac:chgData name="Enrico Armelloni" userId="1bcb1d8ec36d6377" providerId="LiveId" clId="{3AA10B71-C947-4078-9527-BC175D60B92E}" dt="2025-11-10T19:57:26.848" v="284" actId="478"/>
          <ac:spMkLst>
            <pc:docMk/>
            <pc:sldMk cId="3276316092" sldId="263"/>
            <ac:spMk id="2" creationId="{53B73671-4AB2-7482-B0F3-25B111A6706A}"/>
          </ac:spMkLst>
        </pc:spChg>
        <pc:spChg chg="del">
          <ac:chgData name="Enrico Armelloni" userId="1bcb1d8ec36d6377" providerId="LiveId" clId="{3AA10B71-C947-4078-9527-BC175D60B92E}" dt="2025-11-10T19:57:26.077" v="283" actId="478"/>
          <ac:spMkLst>
            <pc:docMk/>
            <pc:sldMk cId="3276316092" sldId="263"/>
            <ac:spMk id="3" creationId="{3113F2E0-4AF9-F84C-71E9-DA084D271219}"/>
          </ac:spMkLst>
        </pc:spChg>
        <pc:picChg chg="add del mod">
          <ac:chgData name="Enrico Armelloni" userId="1bcb1d8ec36d6377" providerId="LiveId" clId="{3AA10B71-C947-4078-9527-BC175D60B92E}" dt="2025-11-10T20:00:01.194" v="302" actId="478"/>
          <ac:picMkLst>
            <pc:docMk/>
            <pc:sldMk cId="3276316092" sldId="263"/>
            <ac:picMk id="4" creationId="{79DCA36F-DDB2-FC59-AB84-62A084D0E3B9}"/>
          </ac:picMkLst>
        </pc:picChg>
        <pc:picChg chg="add">
          <ac:chgData name="Enrico Armelloni" userId="1bcb1d8ec36d6377" providerId="LiveId" clId="{3AA10B71-C947-4078-9527-BC175D60B92E}" dt="2025-11-10T20:00:03.154" v="303"/>
          <ac:picMkLst>
            <pc:docMk/>
            <pc:sldMk cId="3276316092" sldId="263"/>
            <ac:picMk id="5" creationId="{C4891615-106A-C451-677B-BA3B8E6D7DD7}"/>
          </ac:picMkLst>
        </pc:picChg>
      </pc:sldChg>
      <pc:sldChg chg="del">
        <pc:chgData name="Enrico Armelloni" userId="1bcb1d8ec36d6377" providerId="LiveId" clId="{3AA10B71-C947-4078-9527-BC175D60B92E}" dt="2025-11-10T19:18:58.745" v="0" actId="47"/>
        <pc:sldMkLst>
          <pc:docMk/>
          <pc:sldMk cId="3287150468" sldId="263"/>
        </pc:sldMkLst>
      </pc:sldChg>
      <pc:sldChg chg="modSp del mod">
        <pc:chgData name="Enrico Armelloni" userId="1bcb1d8ec36d6377" providerId="LiveId" clId="{3AA10B71-C947-4078-9527-BC175D60B92E}" dt="2025-11-10T19:19:09.371" v="6" actId="47"/>
        <pc:sldMkLst>
          <pc:docMk/>
          <pc:sldMk cId="2148811873" sldId="264"/>
        </pc:sldMkLst>
        <pc:picChg chg="mod">
          <ac:chgData name="Enrico Armelloni" userId="1bcb1d8ec36d6377" providerId="LiveId" clId="{3AA10B71-C947-4078-9527-BC175D60B92E}" dt="2025-11-10T19:19:07.595" v="5" actId="1076"/>
          <ac:picMkLst>
            <pc:docMk/>
            <pc:sldMk cId="2148811873" sldId="264"/>
            <ac:picMk id="5" creationId="{81C5098F-7EF5-04D3-2431-00595C7073BC}"/>
          </ac:picMkLst>
        </pc:picChg>
      </pc:sldChg>
      <pc:sldChg chg="addSp delSp modSp new mod">
        <pc:chgData name="Enrico Armelloni" userId="1bcb1d8ec36d6377" providerId="LiveId" clId="{3AA10B71-C947-4078-9527-BC175D60B92E}" dt="2025-11-10T19:59:25.771" v="297" actId="478"/>
        <pc:sldMkLst>
          <pc:docMk/>
          <pc:sldMk cId="4050460641" sldId="264"/>
        </pc:sldMkLst>
        <pc:spChg chg="del">
          <ac:chgData name="Enrico Armelloni" userId="1bcb1d8ec36d6377" providerId="LiveId" clId="{3AA10B71-C947-4078-9527-BC175D60B92E}" dt="2025-11-10T19:59:25.771" v="297" actId="478"/>
          <ac:spMkLst>
            <pc:docMk/>
            <pc:sldMk cId="4050460641" sldId="264"/>
            <ac:spMk id="2" creationId="{5534133D-4941-A753-2BAF-A1E714EE2064}"/>
          </ac:spMkLst>
        </pc:spChg>
        <pc:spChg chg="del">
          <ac:chgData name="Enrico Armelloni" userId="1bcb1d8ec36d6377" providerId="LiveId" clId="{3AA10B71-C947-4078-9527-BC175D60B92E}" dt="2025-11-10T19:58:03.966" v="287"/>
          <ac:spMkLst>
            <pc:docMk/>
            <pc:sldMk cId="4050460641" sldId="264"/>
            <ac:spMk id="3" creationId="{D9CA0EF9-CB53-10AF-011A-E33F6B836E78}"/>
          </ac:spMkLst>
        </pc:spChg>
        <pc:spChg chg="add mod">
          <ac:chgData name="Enrico Armelloni" userId="1bcb1d8ec36d6377" providerId="LiveId" clId="{3AA10B71-C947-4078-9527-BC175D60B92E}" dt="2025-11-10T19:59:21.726" v="296" actId="1076"/>
          <ac:spMkLst>
            <pc:docMk/>
            <pc:sldMk cId="4050460641" sldId="264"/>
            <ac:spMk id="8" creationId="{60A6A20A-95FE-81E8-F43E-D7BF1A267AE6}"/>
          </ac:spMkLst>
        </pc:spChg>
        <pc:spChg chg="add mod">
          <ac:chgData name="Enrico Armelloni" userId="1bcb1d8ec36d6377" providerId="LiveId" clId="{3AA10B71-C947-4078-9527-BC175D60B92E}" dt="2025-11-10T19:59:21.726" v="296" actId="1076"/>
          <ac:spMkLst>
            <pc:docMk/>
            <pc:sldMk cId="4050460641" sldId="264"/>
            <ac:spMk id="9" creationId="{B39966AE-7627-8951-2AE4-B848DE4EABBC}"/>
          </ac:spMkLst>
        </pc:spChg>
        <pc:picChg chg="add mod">
          <ac:chgData name="Enrico Armelloni" userId="1bcb1d8ec36d6377" providerId="LiveId" clId="{3AA10B71-C947-4078-9527-BC175D60B92E}" dt="2025-11-10T19:58:04.349" v="289" actId="962"/>
          <ac:picMkLst>
            <pc:docMk/>
            <pc:sldMk cId="4050460641" sldId="264"/>
            <ac:picMk id="5" creationId="{F27779E0-9562-F093-3A32-87633EE56F12}"/>
          </ac:picMkLst>
        </pc:picChg>
        <pc:picChg chg="add mod">
          <ac:chgData name="Enrico Armelloni" userId="1bcb1d8ec36d6377" providerId="LiveId" clId="{3AA10B71-C947-4078-9527-BC175D60B92E}" dt="2025-11-10T19:59:21.726" v="296" actId="1076"/>
          <ac:picMkLst>
            <pc:docMk/>
            <pc:sldMk cId="4050460641" sldId="264"/>
            <ac:picMk id="6" creationId="{E2369421-5AAC-800E-7D76-3E264BFA4490}"/>
          </ac:picMkLst>
        </pc:picChg>
        <pc:picChg chg="add mod">
          <ac:chgData name="Enrico Armelloni" userId="1bcb1d8ec36d6377" providerId="LiveId" clId="{3AA10B71-C947-4078-9527-BC175D60B92E}" dt="2025-11-10T19:59:21.726" v="296" actId="1076"/>
          <ac:picMkLst>
            <pc:docMk/>
            <pc:sldMk cId="4050460641" sldId="264"/>
            <ac:picMk id="7" creationId="{23B20D9C-FB10-AFA4-90CC-51E3175517A8}"/>
          </ac:picMkLst>
        </pc:picChg>
      </pc:sldChg>
      <pc:sldChg chg="addSp delSp new mod">
        <pc:chgData name="Enrico Armelloni" userId="1bcb1d8ec36d6377" providerId="LiveId" clId="{3AA10B71-C947-4078-9527-BC175D60B92E}" dt="2025-11-10T19:59:34.901" v="301"/>
        <pc:sldMkLst>
          <pc:docMk/>
          <pc:sldMk cId="2628523641" sldId="265"/>
        </pc:sldMkLst>
        <pc:spChg chg="del">
          <ac:chgData name="Enrico Armelloni" userId="1bcb1d8ec36d6377" providerId="LiveId" clId="{3AA10B71-C947-4078-9527-BC175D60B92E}" dt="2025-11-10T19:59:32.908" v="300" actId="478"/>
          <ac:spMkLst>
            <pc:docMk/>
            <pc:sldMk cId="2628523641" sldId="265"/>
            <ac:spMk id="2" creationId="{641F538F-FD8C-4B51-23E1-AE0C03368688}"/>
          </ac:spMkLst>
        </pc:spChg>
        <pc:spChg chg="del">
          <ac:chgData name="Enrico Armelloni" userId="1bcb1d8ec36d6377" providerId="LiveId" clId="{3AA10B71-C947-4078-9527-BC175D60B92E}" dt="2025-11-10T19:59:31.747" v="299" actId="478"/>
          <ac:spMkLst>
            <pc:docMk/>
            <pc:sldMk cId="2628523641" sldId="265"/>
            <ac:spMk id="3" creationId="{7F9135AD-6E40-5543-F13E-B50197D95EBF}"/>
          </ac:spMkLst>
        </pc:spChg>
        <pc:picChg chg="add">
          <ac:chgData name="Enrico Armelloni" userId="1bcb1d8ec36d6377" providerId="LiveId" clId="{3AA10B71-C947-4078-9527-BC175D60B92E}" dt="2025-11-10T19:59:34.901" v="301"/>
          <ac:picMkLst>
            <pc:docMk/>
            <pc:sldMk cId="2628523641" sldId="265"/>
            <ac:picMk id="4" creationId="{7EBFE758-1C39-B393-B6DF-64DFD453CB0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255C4-5E84-39AF-7A1B-86F47D12E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C31960-C35B-90AE-B11B-041DCA204E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7729A-4F90-7232-2ECE-9B3D1C7BD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78A6-0618-4528-A631-CB99E0240DAC}" type="datetimeFigureOut">
              <a:rPr lang="sv-SE" smtClean="0"/>
              <a:t>2025-11-10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DB4E3-468D-2D21-FFE2-7F533AC44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31303-F5FD-C4A6-0C66-A60201021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B9EA-BF4E-46CC-B5B7-E6558A27ECC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35269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6EA2D-4877-F7DB-78C8-D7B1B144F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D1D45-B047-D091-E294-A3B01B519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4CBBF-55FC-083B-67F8-52651BE76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78A6-0618-4528-A631-CB99E0240DAC}" type="datetimeFigureOut">
              <a:rPr lang="sv-SE" smtClean="0"/>
              <a:t>2025-11-10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66FDC-2B7D-ABA6-66A8-BE9013077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6503A-4379-31A4-3F5E-62247F0A0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B9EA-BF4E-46CC-B5B7-E6558A27ECC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65390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C4090-7137-44E4-5880-6DB7E784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AFE40-B2F2-290C-CE63-6AC8B03A4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CE906-E05D-FC66-1B67-D659EC4FD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78A6-0618-4528-A631-CB99E0240DAC}" type="datetimeFigureOut">
              <a:rPr lang="sv-SE" smtClean="0"/>
              <a:t>2025-11-10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A8C15-AA0E-E48B-D618-7BEEF566B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1297C-97E8-A9D0-E6A6-33D881DA4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B9EA-BF4E-46CC-B5B7-E6558A27ECC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42100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46ED8-7272-ABE2-581B-15378EDBC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677C0-3EE3-507D-93B7-9E2C5D3393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97873E-0BBA-4F6E-E22F-D2C7EDC89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FDD519-2FE7-A0D6-EBEE-F86FE83FD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78A6-0618-4528-A631-CB99E0240DAC}" type="datetimeFigureOut">
              <a:rPr lang="sv-SE" smtClean="0"/>
              <a:t>2025-11-10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382FA-AEEE-38AC-26C3-EDF347499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1CB4B6-0EA4-87D5-3655-85704D4C0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B9EA-BF4E-46CC-B5B7-E6558A27ECC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42944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6B9B3-6901-3331-8495-624CC1667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2120E-E15E-C7AB-0920-7AA7AE4CF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51691F-34EE-FBBC-9BA8-7846BBB17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88EB3C-4757-3536-54AD-ADFBB23494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C1B770-F5A7-0846-A936-69D9C0F459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3AD2F4-C87B-C81C-3E10-B7DE5F6A4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78A6-0618-4528-A631-CB99E0240DAC}" type="datetimeFigureOut">
              <a:rPr lang="sv-SE" smtClean="0"/>
              <a:t>2025-11-10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4F9889-4A96-8D92-8906-86743B59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BEE7A-7A51-1063-82A7-71C04CAEA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B9EA-BF4E-46CC-B5B7-E6558A27ECC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02242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95735-F673-216E-5041-3BF240DD8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DEE973-C8CD-2072-C03E-0973B4499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78A6-0618-4528-A631-CB99E0240DAC}" type="datetimeFigureOut">
              <a:rPr lang="sv-SE" smtClean="0"/>
              <a:t>2025-11-10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2EE30-CAB2-4330-D8FE-D8EE79BEB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05CBB8-CC1B-7646-FB08-8260EE103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B9EA-BF4E-46CC-B5B7-E6558A27ECC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29239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7A12A9-2C7F-A2D6-EB6F-664919C41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78A6-0618-4528-A631-CB99E0240DAC}" type="datetimeFigureOut">
              <a:rPr lang="sv-SE" smtClean="0"/>
              <a:t>2025-11-10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F2697-B81A-4CA7-A74D-6AB0460EF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A2AC5-B0B5-A7A6-D45C-C72133E5C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B9EA-BF4E-46CC-B5B7-E6558A27ECC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67205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00CE6-80AE-0506-E717-50609BCDA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8B35B-708C-2051-1197-735FFE63A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9A598-03C4-6B03-A12C-3EBAE17A4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3D68F-91F7-08F8-A6FF-F7A18E0BB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78A6-0618-4528-A631-CB99E0240DAC}" type="datetimeFigureOut">
              <a:rPr lang="sv-SE" smtClean="0"/>
              <a:t>2025-11-10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DADEB-FEA4-DB94-81C1-93DE5E30E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25D007-8303-A299-CAD7-8E7F64024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B9EA-BF4E-46CC-B5B7-E6558A27ECC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91235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ACB78-5000-EC2E-FEF1-C1CDE0F10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168EA8-4228-EFDA-D1C6-368C4CB6A1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5430E3-BFC1-D88B-1E66-7ECA0CD6D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2E747-3C6E-584E-B5EF-17D692293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78A6-0618-4528-A631-CB99E0240DAC}" type="datetimeFigureOut">
              <a:rPr lang="sv-SE" smtClean="0"/>
              <a:t>2025-11-10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90213-0C8F-7EA1-7450-8A6D95D16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AD373-4A5D-543E-6D26-CE141674D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B9EA-BF4E-46CC-B5B7-E6558A27ECC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29065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A5A56-0F9B-BA40-E39D-7E0905922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6E7020-9120-C526-7FEB-1440DB5EDE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8B112-565A-A326-3EDC-2B801DAC6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78A6-0618-4528-A631-CB99E0240DAC}" type="datetimeFigureOut">
              <a:rPr lang="sv-SE" smtClean="0"/>
              <a:t>2025-11-10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6132A-FADB-1087-437D-93DE34F93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CCEEF-B3AC-1507-F1AB-2EFB2D5FB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B9EA-BF4E-46CC-B5B7-E6558A27ECC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31810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0AF0A5-4C0E-B2CD-815E-357220ACD9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388DE9-DA28-0E87-FD0C-796FA258E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A7850-0781-E481-201D-0FA1896DF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78A6-0618-4528-A631-CB99E0240DAC}" type="datetimeFigureOut">
              <a:rPr lang="sv-SE" smtClean="0"/>
              <a:t>2025-11-10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B3281-F958-F7D7-C4B8-55A15CF78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B3E29-B3CC-34C1-EBA3-3E1F2C271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B9EA-BF4E-46CC-B5B7-E6558A27ECC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36881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9A610E-6BBC-AFFC-D1A7-41ADDADC6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9D987E-DCE4-EF66-7B31-161F4B3F9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5D216-2A31-66B4-5852-7B13431CCF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6078A6-0618-4528-A631-CB99E0240DAC}" type="datetimeFigureOut">
              <a:rPr lang="sv-SE" smtClean="0"/>
              <a:t>2025-11-10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B653E-41F7-3250-F9FE-8F44F5AC3A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73705-CBF4-77D8-68C6-93EDFE4835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34B9EA-BF4E-46CC-B5B7-E6558A27ECC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5264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6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FCDBB-8A8A-D66C-0922-F81B961E16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24FCEE-EE10-5CD3-552B-F42E3D86C7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78347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0EC79F-0840-7304-DF8A-4A8D1DAC59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80" r="52858" b="28889"/>
          <a:stretch>
            <a:fillRect/>
          </a:stretch>
        </p:blipFill>
        <p:spPr>
          <a:xfrm>
            <a:off x="613506" y="649761"/>
            <a:ext cx="2944173" cy="25454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9043AF-E168-8735-B957-96666E2376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138" y="1323406"/>
            <a:ext cx="612734" cy="2441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41FFBC-3D5B-ADC5-7516-11C8AAFAA4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795" y="1747949"/>
            <a:ext cx="612734" cy="2441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5B4A3B-8C89-685E-6C38-C20CE91D40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452" y="2172492"/>
            <a:ext cx="612734" cy="2441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3F2A396-FBB3-4B59-1848-79F1240D6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80" r="52858" b="28889"/>
          <a:stretch>
            <a:fillRect/>
          </a:stretch>
        </p:blipFill>
        <p:spPr>
          <a:xfrm>
            <a:off x="3707306" y="649761"/>
            <a:ext cx="2944173" cy="25454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931466-0FCF-8D8E-B3B6-3487866D55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031" y="1680951"/>
            <a:ext cx="244137" cy="24413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FAA1DD0-8F3B-BCDB-49E7-B185BD05CE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806" y="2093267"/>
            <a:ext cx="244137" cy="24413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338ED3D-76DC-8F6A-618C-F63C267315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3299" r="95005">
                        <a14:foregroundMark x1="9048" y1="31786" x2="32328" y2="48929"/>
                        <a14:foregroundMark x1="35061" y1="65714" x2="40434" y2="69286"/>
                        <a14:foregroundMark x1="87842" y1="40357" x2="79359" y2="45357"/>
                        <a14:foregroundMark x1="48068" y1="18214" x2="44486" y2="16429"/>
                        <a14:foregroundMark x1="92366" y1="36786" x2="95005" y2="38571"/>
                        <a14:foregroundMark x1="66352" y1="62500" x2="70405" y2="60714"/>
                        <a14:foregroundMark x1="5938" y1="48929" x2="3299" y2="421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906" y="1922497"/>
            <a:ext cx="395309" cy="10432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E4FB38A-2158-4571-9738-9256A0136A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3299" r="95005">
                        <a14:foregroundMark x1="9048" y1="31786" x2="32328" y2="48929"/>
                        <a14:foregroundMark x1="35061" y1="65714" x2="40434" y2="69286"/>
                        <a14:foregroundMark x1="87842" y1="40357" x2="79359" y2="45357"/>
                        <a14:foregroundMark x1="48068" y1="18214" x2="44486" y2="16429"/>
                        <a14:foregroundMark x1="92366" y1="36786" x2="95005" y2="38571"/>
                        <a14:foregroundMark x1="66352" y1="62500" x2="70405" y2="60714"/>
                        <a14:foregroundMark x1="5938" y1="48929" x2="3299" y2="421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5026" y="2389565"/>
            <a:ext cx="395309" cy="10432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370F7BE-3193-09F6-D7C9-875FA6E8AB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3299" r="95005">
                        <a14:foregroundMark x1="9048" y1="31786" x2="32328" y2="48929"/>
                        <a14:foregroundMark x1="35061" y1="65714" x2="40434" y2="69286"/>
                        <a14:foregroundMark x1="87842" y1="40357" x2="79359" y2="45357"/>
                        <a14:foregroundMark x1="48068" y1="18214" x2="44486" y2="16429"/>
                        <a14:foregroundMark x1="92366" y1="36786" x2="95005" y2="38571"/>
                        <a14:foregroundMark x1="66352" y1="62500" x2="70405" y2="60714"/>
                        <a14:foregroundMark x1="5938" y1="48929" x2="3299" y2="421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383" y="1568239"/>
            <a:ext cx="395309" cy="10432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81D469B-0880-15E8-9443-C1C1A17F6A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3299" r="95005">
                        <a14:foregroundMark x1="9048" y1="31786" x2="32328" y2="48929"/>
                        <a14:foregroundMark x1="35061" y1="65714" x2="40434" y2="69286"/>
                        <a14:foregroundMark x1="87842" y1="40357" x2="79359" y2="45357"/>
                        <a14:foregroundMark x1="48068" y1="18214" x2="44486" y2="16429"/>
                        <a14:foregroundMark x1="92366" y1="36786" x2="95005" y2="38571"/>
                        <a14:foregroundMark x1="66352" y1="62500" x2="70405" y2="60714"/>
                        <a14:foregroundMark x1="5938" y1="48929" x2="3299" y2="421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9692" y="2198902"/>
            <a:ext cx="395309" cy="10432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0DA4A71-7A29-EFD8-D842-A4748F2716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3299" r="95005">
                        <a14:foregroundMark x1="9048" y1="31786" x2="32328" y2="48929"/>
                        <a14:foregroundMark x1="35061" y1="65714" x2="40434" y2="69286"/>
                        <a14:foregroundMark x1="87842" y1="40357" x2="79359" y2="45357"/>
                        <a14:foregroundMark x1="48068" y1="18214" x2="44486" y2="16429"/>
                        <a14:foregroundMark x1="92366" y1="36786" x2="95005" y2="38571"/>
                        <a14:foregroundMark x1="66352" y1="62500" x2="70405" y2="60714"/>
                        <a14:foregroundMark x1="5938" y1="48929" x2="3299" y2="421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2125" y="1482198"/>
            <a:ext cx="395309" cy="10432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6BE9211-B01E-5B71-EE0D-EB18136B49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3299" r="95005">
                        <a14:foregroundMark x1="9048" y1="31786" x2="32328" y2="48929"/>
                        <a14:foregroundMark x1="35061" y1="65714" x2="40434" y2="69286"/>
                        <a14:foregroundMark x1="87842" y1="40357" x2="79359" y2="45357"/>
                        <a14:foregroundMark x1="48068" y1="18214" x2="44486" y2="16429"/>
                        <a14:foregroundMark x1="92366" y1="36786" x2="95005" y2="38571"/>
                        <a14:foregroundMark x1="66352" y1="62500" x2="70405" y2="60714"/>
                        <a14:foregroundMark x1="5938" y1="48929" x2="3299" y2="421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4636" y="1396157"/>
            <a:ext cx="395309" cy="10432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CDB235C-C3F6-2418-0AEC-D78046E623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3299" r="95005">
                        <a14:foregroundMark x1="9048" y1="31786" x2="32328" y2="48929"/>
                        <a14:foregroundMark x1="35061" y1="65714" x2="40434" y2="69286"/>
                        <a14:foregroundMark x1="87842" y1="40357" x2="79359" y2="45357"/>
                        <a14:foregroundMark x1="48068" y1="18214" x2="44486" y2="16429"/>
                        <a14:foregroundMark x1="92366" y1="36786" x2="95005" y2="38571"/>
                        <a14:foregroundMark x1="66352" y1="62500" x2="70405" y2="60714"/>
                        <a14:foregroundMark x1="5938" y1="48929" x2="3299" y2="421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382" y="1303399"/>
            <a:ext cx="395309" cy="10432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E5C255A-02DA-1F12-B9D7-44FDFE434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393" y="1993281"/>
            <a:ext cx="498711" cy="19870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2868ADD-C1EF-E0C3-8F86-87DD14A3DD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5026" y="1268571"/>
            <a:ext cx="612734" cy="24413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BA9DA6A-378F-48C3-47B2-17CB0B38C1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2576" y="1586521"/>
            <a:ext cx="612734" cy="24413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AD0F98C-EA07-F9FA-939D-A2385AADC5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760" y="2550492"/>
            <a:ext cx="612734" cy="24413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2822AF1-6DC4-65C5-B9D1-ECFC38AEA9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506" y="3296414"/>
            <a:ext cx="6037973" cy="35008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F9ECA2-5AA9-7000-79C1-924F7650EE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94" b="68057"/>
          <a:stretch>
            <a:fillRect/>
          </a:stretch>
        </p:blipFill>
        <p:spPr>
          <a:xfrm>
            <a:off x="5387664" y="647849"/>
            <a:ext cx="1272685" cy="8415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277D1A-9880-65A2-C34D-52CCE6F79D5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46458"/>
          <a:stretch>
            <a:fillRect/>
          </a:stretch>
        </p:blipFill>
        <p:spPr>
          <a:xfrm>
            <a:off x="6919020" y="647849"/>
            <a:ext cx="1848256" cy="34519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850EE5-420C-1DC8-A87C-97800329016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46458"/>
          <a:stretch>
            <a:fillRect/>
          </a:stretch>
        </p:blipFill>
        <p:spPr>
          <a:xfrm>
            <a:off x="6919020" y="2923162"/>
            <a:ext cx="1848256" cy="34519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6CBD6E9-013B-223D-0D40-81474300DB06}"/>
              </a:ext>
            </a:extLst>
          </p:cNvPr>
          <p:cNvSpPr/>
          <p:nvPr/>
        </p:nvSpPr>
        <p:spPr>
          <a:xfrm rot="19253067">
            <a:off x="1362328" y="795643"/>
            <a:ext cx="471970" cy="2734375"/>
          </a:xfrm>
          <a:prstGeom prst="rect">
            <a:avLst/>
          </a:prstGeom>
          <a:solidFill>
            <a:schemeClr val="accent6">
              <a:lumMod val="60000"/>
              <a:lumOff val="40000"/>
              <a:alpha val="4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400" dirty="0" err="1">
                <a:solidFill>
                  <a:schemeClr val="tx1"/>
                </a:solidFill>
              </a:rPr>
              <a:t>Nursery</a:t>
            </a:r>
            <a:endParaRPr lang="sv-SE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4727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CD9F2FA-7500-6836-DB69-EB47A46C96BC}"/>
              </a:ext>
            </a:extLst>
          </p:cNvPr>
          <p:cNvSpPr/>
          <p:nvPr/>
        </p:nvSpPr>
        <p:spPr>
          <a:xfrm>
            <a:off x="7943850" y="276225"/>
            <a:ext cx="2741594" cy="526544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A52949-F427-6FEC-3F8D-CA9AE4FC7484}"/>
              </a:ext>
            </a:extLst>
          </p:cNvPr>
          <p:cNvSpPr/>
          <p:nvPr/>
        </p:nvSpPr>
        <p:spPr>
          <a:xfrm>
            <a:off x="200025" y="1333500"/>
            <a:ext cx="11420475" cy="19164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A3CF4C-3A66-CDFB-7CA9-CAEEF235D401}"/>
              </a:ext>
            </a:extLst>
          </p:cNvPr>
          <p:cNvSpPr/>
          <p:nvPr/>
        </p:nvSpPr>
        <p:spPr>
          <a:xfrm>
            <a:off x="200025" y="3267075"/>
            <a:ext cx="11420475" cy="22745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7442BF-5CA2-EF9A-299D-0FC6EF509645}"/>
              </a:ext>
            </a:extLst>
          </p:cNvPr>
          <p:cNvSpPr/>
          <p:nvPr/>
        </p:nvSpPr>
        <p:spPr>
          <a:xfrm>
            <a:off x="200025" y="276225"/>
            <a:ext cx="2581275" cy="52654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C9F769-5149-4EA1-F78D-9787DAEEFD17}"/>
              </a:ext>
            </a:extLst>
          </p:cNvPr>
          <p:cNvSpPr/>
          <p:nvPr/>
        </p:nvSpPr>
        <p:spPr>
          <a:xfrm>
            <a:off x="2781300" y="276225"/>
            <a:ext cx="2581275" cy="52654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B416A8-B62F-3C3E-FC7B-31FD4F4B14E8}"/>
              </a:ext>
            </a:extLst>
          </p:cNvPr>
          <p:cNvSpPr/>
          <p:nvPr/>
        </p:nvSpPr>
        <p:spPr>
          <a:xfrm>
            <a:off x="5362575" y="276225"/>
            <a:ext cx="2581275" cy="52654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51C1AF-6CD0-BD40-1DF1-9234ECAB4B16}"/>
              </a:ext>
            </a:extLst>
          </p:cNvPr>
          <p:cNvSpPr txBox="1"/>
          <p:nvPr/>
        </p:nvSpPr>
        <p:spPr>
          <a:xfrm>
            <a:off x="397814" y="357952"/>
            <a:ext cx="21784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dirty="0"/>
              <a:t>Winter</a:t>
            </a:r>
          </a:p>
          <a:p>
            <a:pPr algn="ctr"/>
            <a:r>
              <a:rPr lang="sv-SE" sz="1200" dirty="0" err="1"/>
              <a:t>Spawning</a:t>
            </a:r>
            <a:r>
              <a:rPr lang="sv-SE" sz="1200" dirty="0"/>
              <a:t> </a:t>
            </a:r>
            <a:r>
              <a:rPr lang="sv-SE" sz="1200" dirty="0" err="1"/>
              <a:t>season</a:t>
            </a:r>
            <a:r>
              <a:rPr lang="sv-SE" sz="1200" dirty="0"/>
              <a:t> in offshore areas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F8A70F-6344-3DBD-BE14-002232FC879C}"/>
              </a:ext>
            </a:extLst>
          </p:cNvPr>
          <p:cNvSpPr txBox="1"/>
          <p:nvPr/>
        </p:nvSpPr>
        <p:spPr>
          <a:xfrm>
            <a:off x="2893661" y="276225"/>
            <a:ext cx="237533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sv-SE" dirty="0"/>
              <a:t>Spring</a:t>
            </a:r>
          </a:p>
          <a:p>
            <a:pPr algn="ctr"/>
            <a:r>
              <a:rPr lang="sv-SE" sz="1200" dirty="0" err="1"/>
              <a:t>Larvae</a:t>
            </a:r>
            <a:r>
              <a:rPr lang="sv-SE" sz="1200" dirty="0"/>
              <a:t> </a:t>
            </a:r>
            <a:r>
              <a:rPr lang="sv-SE" sz="1200" dirty="0" err="1"/>
              <a:t>settle</a:t>
            </a:r>
            <a:r>
              <a:rPr lang="sv-SE" sz="1200" dirty="0"/>
              <a:t> in </a:t>
            </a:r>
            <a:r>
              <a:rPr lang="sv-SE" sz="1200" dirty="0" err="1"/>
              <a:t>coastal</a:t>
            </a:r>
            <a:r>
              <a:rPr lang="sv-SE" sz="1200" dirty="0"/>
              <a:t> areas;</a:t>
            </a:r>
          </a:p>
          <a:p>
            <a:pPr algn="ctr"/>
            <a:r>
              <a:rPr lang="sv-SE" sz="1200" dirty="0" err="1"/>
              <a:t>Adults</a:t>
            </a:r>
            <a:r>
              <a:rPr lang="sv-SE" sz="1200" dirty="0"/>
              <a:t> in offshore </a:t>
            </a:r>
            <a:r>
              <a:rPr lang="sv-SE" sz="1200" dirty="0" err="1"/>
              <a:t>feeding</a:t>
            </a:r>
            <a:r>
              <a:rPr lang="sv-SE" sz="1200" dirty="0"/>
              <a:t> </a:t>
            </a:r>
            <a:r>
              <a:rPr lang="sv-SE" sz="1200" dirty="0" err="1"/>
              <a:t>ground</a:t>
            </a:r>
            <a:endParaRPr lang="sv-SE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99CA09-74CD-1B16-25D2-F90B2A635EE0}"/>
              </a:ext>
            </a:extLst>
          </p:cNvPr>
          <p:cNvSpPr txBox="1"/>
          <p:nvPr/>
        </p:nvSpPr>
        <p:spPr>
          <a:xfrm>
            <a:off x="5437465" y="183891"/>
            <a:ext cx="23460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dirty="0"/>
              <a:t>Summer</a:t>
            </a:r>
          </a:p>
          <a:p>
            <a:pPr algn="ctr"/>
            <a:r>
              <a:rPr lang="sv-SE" sz="1200" dirty="0"/>
              <a:t>Juveniles in </a:t>
            </a:r>
            <a:r>
              <a:rPr lang="sv-SE" sz="1200" dirty="0" err="1"/>
              <a:t>coastal</a:t>
            </a:r>
            <a:r>
              <a:rPr lang="sv-SE" sz="1200" dirty="0"/>
              <a:t> </a:t>
            </a:r>
            <a:r>
              <a:rPr lang="sv-SE" sz="1200" dirty="0" err="1"/>
              <a:t>nursery</a:t>
            </a:r>
            <a:r>
              <a:rPr lang="sv-SE" sz="1200" dirty="0"/>
              <a:t> areas;</a:t>
            </a:r>
          </a:p>
          <a:p>
            <a:pPr algn="ctr"/>
            <a:r>
              <a:rPr lang="sv-SE" sz="1200" dirty="0" err="1"/>
              <a:t>Adults</a:t>
            </a:r>
            <a:r>
              <a:rPr lang="sv-SE" sz="1200" dirty="0"/>
              <a:t> in offshore </a:t>
            </a:r>
            <a:r>
              <a:rPr lang="sv-SE" sz="1200" dirty="0" err="1"/>
              <a:t>feeding</a:t>
            </a:r>
            <a:r>
              <a:rPr lang="sv-SE" sz="1200" dirty="0"/>
              <a:t> </a:t>
            </a:r>
            <a:r>
              <a:rPr lang="sv-SE" sz="1200" dirty="0" err="1"/>
              <a:t>ground</a:t>
            </a:r>
            <a:endParaRPr lang="sv-SE" sz="1200" dirty="0"/>
          </a:p>
          <a:p>
            <a:pPr algn="ctr"/>
            <a:endParaRPr lang="sv-S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B85E83-7C48-6D25-E0AD-6745339E158E}"/>
              </a:ext>
            </a:extLst>
          </p:cNvPr>
          <p:cNvSpPr txBox="1"/>
          <p:nvPr/>
        </p:nvSpPr>
        <p:spPr>
          <a:xfrm>
            <a:off x="7890779" y="276225"/>
            <a:ext cx="25812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dirty="0" err="1"/>
              <a:t>Autumn</a:t>
            </a:r>
            <a:endParaRPr lang="sv-SE" dirty="0"/>
          </a:p>
          <a:p>
            <a:pPr algn="ctr"/>
            <a:r>
              <a:rPr lang="sv-SE" sz="1200" dirty="0"/>
              <a:t>Juveniles </a:t>
            </a:r>
            <a:r>
              <a:rPr lang="sv-SE" sz="1200" dirty="0" err="1"/>
              <a:t>recruit</a:t>
            </a:r>
            <a:r>
              <a:rPr lang="sv-SE" sz="1200" dirty="0"/>
              <a:t> to offshore areas;</a:t>
            </a:r>
          </a:p>
          <a:p>
            <a:pPr algn="ctr"/>
            <a:r>
              <a:rPr lang="sv-SE" sz="1200" dirty="0" err="1"/>
              <a:t>Adults</a:t>
            </a:r>
            <a:r>
              <a:rPr lang="sv-SE" sz="1200" dirty="0"/>
              <a:t> approach offshore </a:t>
            </a:r>
            <a:r>
              <a:rPr lang="sv-SE" sz="1200" dirty="0" err="1"/>
              <a:t>spawning</a:t>
            </a:r>
            <a:r>
              <a:rPr lang="sv-SE" sz="1200" dirty="0"/>
              <a:t> </a:t>
            </a:r>
            <a:r>
              <a:rPr lang="sv-SE" sz="1200" dirty="0" err="1"/>
              <a:t>ground</a:t>
            </a:r>
            <a:endParaRPr lang="sv-SE" sz="1200" dirty="0"/>
          </a:p>
          <a:p>
            <a:pPr algn="ctr"/>
            <a:endParaRPr lang="sv-S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4E36B2-F743-14C9-E15D-E0EEF8255CB4}"/>
              </a:ext>
            </a:extLst>
          </p:cNvPr>
          <p:cNvSpPr txBox="1"/>
          <p:nvPr/>
        </p:nvSpPr>
        <p:spPr>
          <a:xfrm rot="5400000">
            <a:off x="10633337" y="2049531"/>
            <a:ext cx="1040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Onshore</a:t>
            </a:r>
            <a:endParaRPr lang="sv-SE" dirty="0"/>
          </a:p>
          <a:p>
            <a:r>
              <a:rPr lang="sv-SE" dirty="0" err="1"/>
              <a:t>Nursery</a:t>
            </a:r>
            <a:endParaRPr lang="sv-SE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7A5454-AB97-ACED-9B52-AA1308FD4A1B}"/>
              </a:ext>
            </a:extLst>
          </p:cNvPr>
          <p:cNvSpPr txBox="1"/>
          <p:nvPr/>
        </p:nvSpPr>
        <p:spPr>
          <a:xfrm rot="5400000">
            <a:off x="10387329" y="3994159"/>
            <a:ext cx="16954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dirty="0"/>
              <a:t>Offshore</a:t>
            </a:r>
          </a:p>
          <a:p>
            <a:pPr algn="ctr"/>
            <a:r>
              <a:rPr lang="sv-SE" dirty="0" err="1"/>
              <a:t>Feeding</a:t>
            </a:r>
            <a:r>
              <a:rPr lang="sv-SE" dirty="0"/>
              <a:t> + </a:t>
            </a:r>
            <a:r>
              <a:rPr lang="sv-SE" dirty="0" err="1"/>
              <a:t>spawning</a:t>
            </a:r>
            <a:endParaRPr lang="sv-SE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6ECC641-DF46-FC71-69BB-374A1F9DC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041" y="3998494"/>
            <a:ext cx="1549474" cy="61736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1B69A5B-23CA-03C6-7833-A440E711BA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748" y="2854667"/>
            <a:ext cx="497533" cy="49753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B62D027-42A5-4EB2-F9EB-A668266903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3299" r="95005">
                        <a14:foregroundMark x1="9048" y1="31786" x2="32328" y2="48929"/>
                        <a14:foregroundMark x1="35061" y1="65714" x2="40434" y2="69286"/>
                        <a14:foregroundMark x1="87842" y1="40357" x2="79359" y2="45357"/>
                        <a14:foregroundMark x1="48068" y1="18214" x2="44486" y2="16429"/>
                        <a14:foregroundMark x1="92366" y1="36786" x2="95005" y2="38571"/>
                        <a14:foregroundMark x1="66352" y1="62500" x2="70405" y2="60714"/>
                        <a14:foregroundMark x1="5938" y1="48929" x2="3299" y2="421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8195" y="2271788"/>
            <a:ext cx="941905" cy="24857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FAF2403-EF26-D1D0-570D-9CC5DD46D8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316" y="4013541"/>
            <a:ext cx="1549474" cy="61736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CDA1B48-7F7C-3B6D-2C3C-02B5FD83F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591" y="4013541"/>
            <a:ext cx="1549474" cy="61736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5E8EF1A-F2A0-E361-8365-126D5FDD5D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6050" y="4116580"/>
            <a:ext cx="1549474" cy="61736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E9AB5F0-32C8-F415-1918-E04E40B44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538" y="2322514"/>
            <a:ext cx="631149" cy="25147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ED1397A-DD6E-D817-54D3-1502A0A318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0842" y="3127430"/>
            <a:ext cx="700964" cy="279290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DFD7B7F-FE0A-325C-55DA-D6F56AC3C9FF}"/>
              </a:ext>
            </a:extLst>
          </p:cNvPr>
          <p:cNvCxnSpPr>
            <a:cxnSpLocks/>
          </p:cNvCxnSpPr>
          <p:nvPr/>
        </p:nvCxnSpPr>
        <p:spPr>
          <a:xfrm>
            <a:off x="2342059" y="4307178"/>
            <a:ext cx="798829" cy="150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93A0147-5E88-CACD-881D-FFC66EE3F9EC}"/>
              </a:ext>
            </a:extLst>
          </p:cNvPr>
          <p:cNvCxnSpPr>
            <a:cxnSpLocks/>
          </p:cNvCxnSpPr>
          <p:nvPr/>
        </p:nvCxnSpPr>
        <p:spPr>
          <a:xfrm flipV="1">
            <a:off x="1382834" y="3406720"/>
            <a:ext cx="503113" cy="3358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EFF6522-BDBB-1E54-70A9-65A8B4F4B87F}"/>
              </a:ext>
            </a:extLst>
          </p:cNvPr>
          <p:cNvCxnSpPr>
            <a:cxnSpLocks/>
          </p:cNvCxnSpPr>
          <p:nvPr/>
        </p:nvCxnSpPr>
        <p:spPr>
          <a:xfrm flipV="1">
            <a:off x="2726461" y="2599665"/>
            <a:ext cx="745579" cy="2947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5BDD3FF-2D22-BC9A-D3B5-11224CE51BA2}"/>
              </a:ext>
            </a:extLst>
          </p:cNvPr>
          <p:cNvCxnSpPr>
            <a:cxnSpLocks/>
          </p:cNvCxnSpPr>
          <p:nvPr/>
        </p:nvCxnSpPr>
        <p:spPr>
          <a:xfrm>
            <a:off x="4841827" y="2396073"/>
            <a:ext cx="104149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8E00924-E87D-5885-A036-44B61139C06E}"/>
              </a:ext>
            </a:extLst>
          </p:cNvPr>
          <p:cNvCxnSpPr>
            <a:cxnSpLocks/>
          </p:cNvCxnSpPr>
          <p:nvPr/>
        </p:nvCxnSpPr>
        <p:spPr>
          <a:xfrm>
            <a:off x="7191375" y="2608530"/>
            <a:ext cx="1320477" cy="5024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6573B4E-3CC5-8829-17EE-73AEA57A81C4}"/>
              </a:ext>
            </a:extLst>
          </p:cNvPr>
          <p:cNvCxnSpPr>
            <a:cxnSpLocks/>
          </p:cNvCxnSpPr>
          <p:nvPr/>
        </p:nvCxnSpPr>
        <p:spPr>
          <a:xfrm>
            <a:off x="9054813" y="3560894"/>
            <a:ext cx="0" cy="437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8486A67-A164-94A8-DA13-B1DC5073454C}"/>
              </a:ext>
            </a:extLst>
          </p:cNvPr>
          <p:cNvCxnSpPr>
            <a:cxnSpLocks/>
          </p:cNvCxnSpPr>
          <p:nvPr/>
        </p:nvCxnSpPr>
        <p:spPr>
          <a:xfrm>
            <a:off x="7603268" y="4352797"/>
            <a:ext cx="68116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4D62E71-B193-4E86-5B50-8C581704D788}"/>
              </a:ext>
            </a:extLst>
          </p:cNvPr>
          <p:cNvCxnSpPr>
            <a:cxnSpLocks/>
          </p:cNvCxnSpPr>
          <p:nvPr/>
        </p:nvCxnSpPr>
        <p:spPr>
          <a:xfrm>
            <a:off x="4928409" y="4362194"/>
            <a:ext cx="68116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12CC947F-0689-3EBE-2701-34C473F3516A}"/>
              </a:ext>
            </a:extLst>
          </p:cNvPr>
          <p:cNvSpPr/>
          <p:nvPr/>
        </p:nvSpPr>
        <p:spPr>
          <a:xfrm rot="19382032">
            <a:off x="-67392" y="2345988"/>
            <a:ext cx="5338575" cy="191195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60CDFBB-34DB-D60D-651F-2F45556C627E}"/>
              </a:ext>
            </a:extLst>
          </p:cNvPr>
          <p:cNvSpPr/>
          <p:nvPr/>
        </p:nvSpPr>
        <p:spPr>
          <a:xfrm>
            <a:off x="261018" y="3546817"/>
            <a:ext cx="10317178" cy="1911954"/>
          </a:xfrm>
          <a:prstGeom prst="ellipse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F240861-04FF-E3AC-D4B3-655B710A6700}"/>
              </a:ext>
            </a:extLst>
          </p:cNvPr>
          <p:cNvSpPr/>
          <p:nvPr/>
        </p:nvSpPr>
        <p:spPr>
          <a:xfrm rot="1689785">
            <a:off x="5487808" y="2548622"/>
            <a:ext cx="5338575" cy="1911954"/>
          </a:xfrm>
          <a:prstGeom prst="ellipse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331AE87-9574-1241-5B66-E794A4A17F15}"/>
              </a:ext>
            </a:extLst>
          </p:cNvPr>
          <p:cNvCxnSpPr/>
          <p:nvPr/>
        </p:nvCxnSpPr>
        <p:spPr>
          <a:xfrm>
            <a:off x="4206893" y="5786511"/>
            <a:ext cx="986757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C02F01D-E767-AFF1-13C6-46042539BF62}"/>
              </a:ext>
            </a:extLst>
          </p:cNvPr>
          <p:cNvCxnSpPr/>
          <p:nvPr/>
        </p:nvCxnSpPr>
        <p:spPr>
          <a:xfrm>
            <a:off x="4171869" y="6118117"/>
            <a:ext cx="986757" cy="0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470FB9A-DE99-EBAB-9C87-49FDEE852CBA}"/>
              </a:ext>
            </a:extLst>
          </p:cNvPr>
          <p:cNvCxnSpPr/>
          <p:nvPr/>
        </p:nvCxnSpPr>
        <p:spPr>
          <a:xfrm>
            <a:off x="4171869" y="6425384"/>
            <a:ext cx="986757" cy="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8A858B88-DAF8-2D5A-A21A-862A27F9A96D}"/>
              </a:ext>
            </a:extLst>
          </p:cNvPr>
          <p:cNvSpPr txBox="1"/>
          <p:nvPr/>
        </p:nvSpPr>
        <p:spPr>
          <a:xfrm>
            <a:off x="5177676" y="5617748"/>
            <a:ext cx="40562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dirty="0"/>
              <a:t>M1: Adult </a:t>
            </a:r>
            <a:r>
              <a:rPr lang="sv-SE" dirty="0" err="1"/>
              <a:t>survival</a:t>
            </a:r>
            <a:endParaRPr lang="sv-SE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4B46644-9E98-2D5C-628B-DA6B40BDBD08}"/>
              </a:ext>
            </a:extLst>
          </p:cNvPr>
          <p:cNvSpPr txBox="1"/>
          <p:nvPr/>
        </p:nvSpPr>
        <p:spPr>
          <a:xfrm>
            <a:off x="5158626" y="5938061"/>
            <a:ext cx="2835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dirty="0"/>
              <a:t>M2: </a:t>
            </a:r>
            <a:r>
              <a:rPr lang="sv-SE" dirty="0" err="1"/>
              <a:t>Spawning</a:t>
            </a:r>
            <a:r>
              <a:rPr lang="sv-SE" dirty="0"/>
              <a:t> </a:t>
            </a:r>
            <a:r>
              <a:rPr lang="sv-SE" dirty="0" err="1"/>
              <a:t>success</a:t>
            </a:r>
            <a:endParaRPr lang="sv-SE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CBD2E1-0D8A-C239-3775-47E1DB3DF1DB}"/>
              </a:ext>
            </a:extLst>
          </p:cNvPr>
          <p:cNvSpPr txBox="1"/>
          <p:nvPr/>
        </p:nvSpPr>
        <p:spPr>
          <a:xfrm>
            <a:off x="5170462" y="6264751"/>
            <a:ext cx="33413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dirty="0"/>
              <a:t>M3: </a:t>
            </a:r>
            <a:r>
              <a:rPr lang="sv-SE" dirty="0" err="1"/>
              <a:t>Recruitment</a:t>
            </a:r>
            <a:r>
              <a:rPr lang="sv-SE" dirty="0"/>
              <a:t> </a:t>
            </a:r>
            <a:r>
              <a:rPr lang="sv-SE" dirty="0" err="1"/>
              <a:t>success</a:t>
            </a:r>
            <a:endParaRPr lang="sv-SE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E0B5CC6-1E11-87A1-D085-2B9C7DBA4F30}"/>
              </a:ext>
            </a:extLst>
          </p:cNvPr>
          <p:cNvSpPr txBox="1"/>
          <p:nvPr/>
        </p:nvSpPr>
        <p:spPr>
          <a:xfrm>
            <a:off x="8399580" y="5934985"/>
            <a:ext cx="15636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sv-SE" dirty="0"/>
              <a:t>Survey (Observation)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8F97067-424F-24F4-6EB8-19FE3B56A36F}"/>
              </a:ext>
            </a:extLst>
          </p:cNvPr>
          <p:cNvCxnSpPr>
            <a:cxnSpLocks/>
          </p:cNvCxnSpPr>
          <p:nvPr/>
        </p:nvCxnSpPr>
        <p:spPr>
          <a:xfrm flipV="1">
            <a:off x="9171207" y="5615737"/>
            <a:ext cx="0" cy="3693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1" name="Picture 70">
            <a:extLst>
              <a:ext uri="{FF2B5EF4-FFF2-40B4-BE49-F238E27FC236}">
                <a16:creationId xmlns:a16="http://schemas.microsoft.com/office/drawing/2014/main" id="{221AEA5C-AD5A-FC87-7F78-EA54C1506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18" y="6386622"/>
            <a:ext cx="986757" cy="393161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18A05566-57A0-0B14-CC72-9521ABB8E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147" y="6158470"/>
            <a:ext cx="446397" cy="177861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582DD38D-FAE3-F8A1-AB24-42FDCD989A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3299" r="95005">
                        <a14:foregroundMark x1="9048" y1="31786" x2="32328" y2="48929"/>
                        <a14:foregroundMark x1="35061" y1="65714" x2="40434" y2="69286"/>
                        <a14:foregroundMark x1="87842" y1="40357" x2="79359" y2="45357"/>
                        <a14:foregroundMark x1="48068" y1="18214" x2="44486" y2="16429"/>
                        <a14:foregroundMark x1="92366" y1="36786" x2="95005" y2="38571"/>
                        <a14:foregroundMark x1="66352" y1="62500" x2="70405" y2="60714"/>
                        <a14:foregroundMark x1="5938" y1="48929" x2="3299" y2="421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80" y="5935622"/>
            <a:ext cx="570814" cy="150639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D5467B7F-B647-C270-F3D0-A080E03AEE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625" y="5556522"/>
            <a:ext cx="343539" cy="343539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FF773D51-7811-E36C-2610-F2E1EE427BE3}"/>
              </a:ext>
            </a:extLst>
          </p:cNvPr>
          <p:cNvSpPr txBox="1"/>
          <p:nvPr/>
        </p:nvSpPr>
        <p:spPr>
          <a:xfrm>
            <a:off x="1259611" y="6375080"/>
            <a:ext cx="845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dirty="0"/>
              <a:t>Adult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F79A9AA-E5E6-3DAF-7C5A-229ED9D84043}"/>
              </a:ext>
            </a:extLst>
          </p:cNvPr>
          <p:cNvSpPr txBox="1"/>
          <p:nvPr/>
        </p:nvSpPr>
        <p:spPr>
          <a:xfrm>
            <a:off x="1234548" y="6065585"/>
            <a:ext cx="105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dirty="0"/>
              <a:t>Juvenile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B73E0CE-504B-51F5-12E5-D0670402D89E}"/>
              </a:ext>
            </a:extLst>
          </p:cNvPr>
          <p:cNvSpPr txBox="1"/>
          <p:nvPr/>
        </p:nvSpPr>
        <p:spPr>
          <a:xfrm>
            <a:off x="1249027" y="5750319"/>
            <a:ext cx="105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dirty="0" err="1"/>
              <a:t>Larvae</a:t>
            </a:r>
            <a:endParaRPr lang="sv-SE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8C907F9-B408-4694-A74C-9878ECE54494}"/>
              </a:ext>
            </a:extLst>
          </p:cNvPr>
          <p:cNvSpPr txBox="1"/>
          <p:nvPr/>
        </p:nvSpPr>
        <p:spPr>
          <a:xfrm>
            <a:off x="1242289" y="5510893"/>
            <a:ext cx="105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dirty="0"/>
              <a:t>Eggs</a:t>
            </a:r>
          </a:p>
        </p:txBody>
      </p:sp>
    </p:spTree>
    <p:extLst>
      <p:ext uri="{BB962C8B-B14F-4D97-AF65-F5344CB8AC3E}">
        <p14:creationId xmlns:p14="http://schemas.microsoft.com/office/powerpoint/2010/main" val="3108759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F26044-9FBE-8F0C-98A5-AD2A08E8F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32" y="85054"/>
            <a:ext cx="11528535" cy="668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232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5B6D-3094-CFDE-34E9-6B52A607D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F73FC1-79EB-9376-7921-1DA5B2CD2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34" y="3508843"/>
            <a:ext cx="8360441" cy="484746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EA7DAA2-FF5F-9D52-32D7-CB84C1E84F5D}"/>
              </a:ext>
            </a:extLst>
          </p:cNvPr>
          <p:cNvSpPr/>
          <p:nvPr/>
        </p:nvSpPr>
        <p:spPr>
          <a:xfrm rot="18473321">
            <a:off x="2329565" y="-183135"/>
            <a:ext cx="913712" cy="3446849"/>
          </a:xfrm>
          <a:prstGeom prst="rect">
            <a:avLst/>
          </a:prstGeom>
          <a:solidFill>
            <a:schemeClr val="accent6">
              <a:lumMod val="60000"/>
              <a:lumOff val="40000"/>
              <a:alpha val="4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400" dirty="0" err="1">
                <a:solidFill>
                  <a:schemeClr val="tx1"/>
                </a:solidFill>
              </a:rPr>
              <a:t>Nursery</a:t>
            </a:r>
            <a:endParaRPr lang="sv-SE" sz="1400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24AD34-8705-7A73-6380-B666B4AC42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792"/>
          <a:stretch>
            <a:fillRect/>
          </a:stretch>
        </p:blipFill>
        <p:spPr>
          <a:xfrm>
            <a:off x="1959482" y="-759110"/>
            <a:ext cx="2766573" cy="12726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DAA52A-86E2-2DC0-1CDB-B54D0D67041E}"/>
              </a:ext>
            </a:extLst>
          </p:cNvPr>
          <p:cNvSpPr txBox="1"/>
          <p:nvPr/>
        </p:nvSpPr>
        <p:spPr>
          <a:xfrm>
            <a:off x="11131" y="-823975"/>
            <a:ext cx="6335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2400" dirty="0"/>
              <a:t>a)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B6C89F-0C9F-4702-3DD3-589DA832BDF9}"/>
              </a:ext>
            </a:extLst>
          </p:cNvPr>
          <p:cNvSpPr/>
          <p:nvPr/>
        </p:nvSpPr>
        <p:spPr>
          <a:xfrm>
            <a:off x="1145716" y="1127760"/>
            <a:ext cx="813766" cy="1158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24" name="Picture 23" descr="A map of the sea&#10;&#10;AI-generated content may be incorrect.">
            <a:extLst>
              <a:ext uri="{FF2B5EF4-FFF2-40B4-BE49-F238E27FC236}">
                <a16:creationId xmlns:a16="http://schemas.microsoft.com/office/drawing/2014/main" id="{D98484CC-50C7-3A6E-050E-6B9169F6BB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1" y="-811197"/>
            <a:ext cx="5926270" cy="414738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86C7613-8C5B-881E-E868-FFDFD6DA9B7B}"/>
              </a:ext>
            </a:extLst>
          </p:cNvPr>
          <p:cNvSpPr/>
          <p:nvPr/>
        </p:nvSpPr>
        <p:spPr>
          <a:xfrm>
            <a:off x="6264992" y="-715221"/>
            <a:ext cx="2158926" cy="33658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28" name="Picture 27" descr="A map of the world with a red and blue area&#10;&#10;AI-generated content may be incorrect.">
            <a:extLst>
              <a:ext uri="{FF2B5EF4-FFF2-40B4-BE49-F238E27FC236}">
                <a16:creationId xmlns:a16="http://schemas.microsoft.com/office/drawing/2014/main" id="{A32CD176-32A6-4E0E-D11A-29CA2B5329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162"/>
          <a:stretch>
            <a:fillRect/>
          </a:stretch>
        </p:blipFill>
        <p:spPr>
          <a:xfrm>
            <a:off x="2389525" y="-811196"/>
            <a:ext cx="3172186" cy="1667724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B4A3464F-8644-B8E3-B5FA-B26780F8B6D0}"/>
              </a:ext>
            </a:extLst>
          </p:cNvPr>
          <p:cNvSpPr/>
          <p:nvPr/>
        </p:nvSpPr>
        <p:spPr>
          <a:xfrm>
            <a:off x="883322" y="513569"/>
            <a:ext cx="1506203" cy="22990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31" name="Picture 30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D71C3A06-1B47-82F4-3A9C-EE306CE3D4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9480" y="-823975"/>
            <a:ext cx="3842659" cy="8968013"/>
          </a:xfrm>
          <a:prstGeom prst="rect">
            <a:avLst/>
          </a:prstGeom>
        </p:spPr>
      </p:pic>
      <p:pic>
        <p:nvPicPr>
          <p:cNvPr id="33" name="Picture 32" descr="A map of a sea&#10;&#10;AI-generated content may be incorrect.">
            <a:extLst>
              <a:ext uri="{FF2B5EF4-FFF2-40B4-BE49-F238E27FC236}">
                <a16:creationId xmlns:a16="http://schemas.microsoft.com/office/drawing/2014/main" id="{3ACDEE75-C3C0-3BAA-5908-43FC29367F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402" y="-811197"/>
            <a:ext cx="2815516" cy="394077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5C838792-24EF-58B1-0E46-DAEC871C5094}"/>
              </a:ext>
            </a:extLst>
          </p:cNvPr>
          <p:cNvSpPr/>
          <p:nvPr/>
        </p:nvSpPr>
        <p:spPr>
          <a:xfrm>
            <a:off x="7751834" y="3059956"/>
            <a:ext cx="898389" cy="1895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B3AF3A-FCA0-A744-A31A-9BC0BBFADF35}"/>
              </a:ext>
            </a:extLst>
          </p:cNvPr>
          <p:cNvSpPr txBox="1"/>
          <p:nvPr/>
        </p:nvSpPr>
        <p:spPr>
          <a:xfrm>
            <a:off x="6287752" y="3039290"/>
            <a:ext cx="157498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 dirty="0"/>
              <a:t>Spatial protection (6NM)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D191E49-16BB-2917-F4D8-FCB390EBF105}"/>
              </a:ext>
            </a:extLst>
          </p:cNvPr>
          <p:cNvSpPr/>
          <p:nvPr/>
        </p:nvSpPr>
        <p:spPr>
          <a:xfrm>
            <a:off x="6533826" y="-759110"/>
            <a:ext cx="1936786" cy="31897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2D3BF5-FD7C-B0B1-8A92-C58F56FE27E8}"/>
              </a:ext>
            </a:extLst>
          </p:cNvPr>
          <p:cNvSpPr txBox="1"/>
          <p:nvPr/>
        </p:nvSpPr>
        <p:spPr>
          <a:xfrm>
            <a:off x="5721679" y="-666086"/>
            <a:ext cx="63354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sv-SE" sz="2400" dirty="0"/>
              <a:t>b)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3E7C37-AC97-E6A1-4E7B-3F9C4875017E}"/>
              </a:ext>
            </a:extLst>
          </p:cNvPr>
          <p:cNvSpPr txBox="1"/>
          <p:nvPr/>
        </p:nvSpPr>
        <p:spPr>
          <a:xfrm>
            <a:off x="668531" y="-811198"/>
            <a:ext cx="63354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sv-SE" sz="2400" dirty="0"/>
              <a:t>a)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A67A23-FC14-8C52-A035-3D5A3AEFEE89}"/>
              </a:ext>
            </a:extLst>
          </p:cNvPr>
          <p:cNvSpPr txBox="1"/>
          <p:nvPr/>
        </p:nvSpPr>
        <p:spPr>
          <a:xfrm>
            <a:off x="12156680" y="-823976"/>
            <a:ext cx="63354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sv-SE" sz="2400" dirty="0"/>
              <a:t>c)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E2A7F8-CDDB-45EA-C2B7-B16089B10D4D}"/>
              </a:ext>
            </a:extLst>
          </p:cNvPr>
          <p:cNvSpPr txBox="1"/>
          <p:nvPr/>
        </p:nvSpPr>
        <p:spPr>
          <a:xfrm>
            <a:off x="12268029" y="1432276"/>
            <a:ext cx="63354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sv-SE" sz="2400" dirty="0"/>
              <a:t>d)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0217A41-5AE9-F5F0-A8BA-6F499844C546}"/>
              </a:ext>
            </a:extLst>
          </p:cNvPr>
          <p:cNvSpPr txBox="1"/>
          <p:nvPr/>
        </p:nvSpPr>
        <p:spPr>
          <a:xfrm>
            <a:off x="12203778" y="3704026"/>
            <a:ext cx="63354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sv-SE" sz="2400" dirty="0"/>
              <a:t>e)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9338AC1-3956-2080-5493-6B71FE39AFEC}"/>
              </a:ext>
            </a:extLst>
          </p:cNvPr>
          <p:cNvSpPr txBox="1"/>
          <p:nvPr/>
        </p:nvSpPr>
        <p:spPr>
          <a:xfrm>
            <a:off x="12192000" y="5971222"/>
            <a:ext cx="63354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sv-SE" sz="2400" dirty="0"/>
              <a:t>f)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451DEC3-0186-40DE-E86F-D8F0EFA89BB1}"/>
              </a:ext>
            </a:extLst>
          </p:cNvPr>
          <p:cNvSpPr txBox="1"/>
          <p:nvPr/>
        </p:nvSpPr>
        <p:spPr>
          <a:xfrm>
            <a:off x="402629" y="3364742"/>
            <a:ext cx="45998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sv-SE" sz="2400" dirty="0"/>
              <a:t>g)</a:t>
            </a:r>
          </a:p>
        </p:txBody>
      </p:sp>
    </p:spTree>
    <p:extLst>
      <p:ext uri="{BB962C8B-B14F-4D97-AF65-F5344CB8AC3E}">
        <p14:creationId xmlns:p14="http://schemas.microsoft.com/office/powerpoint/2010/main" val="1450683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A11174-AE3A-5FDB-B4D3-85044041F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845" y="0"/>
            <a:ext cx="96483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708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60A67-CBF9-AF10-173C-6CC7E6B69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A graph of different types of graphs&#10;&#10;AI-generated content may be incorrect.">
            <a:extLst>
              <a:ext uri="{FF2B5EF4-FFF2-40B4-BE49-F238E27FC236}">
                <a16:creationId xmlns:a16="http://schemas.microsoft.com/office/drawing/2014/main" id="{98D39EE9-CCAB-26DF-DC4B-9D9D869877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304" y="2201446"/>
            <a:ext cx="7199391" cy="3599695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749DEE-CCFE-34F3-813A-A1BEE32B84D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3299" r="95005">
                        <a14:foregroundMark x1="9048" y1="31786" x2="32328" y2="48929"/>
                        <a14:foregroundMark x1="35061" y1="65714" x2="40434" y2="69286"/>
                        <a14:foregroundMark x1="87842" y1="40357" x2="79359" y2="45357"/>
                        <a14:foregroundMark x1="48068" y1="18214" x2="44486" y2="16429"/>
                        <a14:foregroundMark x1="92366" y1="36786" x2="95005" y2="38571"/>
                        <a14:foregroundMark x1="66352" y1="62500" x2="70405" y2="60714"/>
                        <a14:foregroundMark x1="5938" y1="48929" x2="3299" y2="421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886756" y="2388711"/>
            <a:ext cx="465253" cy="1227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7A5B5C-4B85-8969-77FC-94F697512BF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3299" r="95005">
                        <a14:foregroundMark x1="9048" y1="31786" x2="32328" y2="48929"/>
                        <a14:foregroundMark x1="35061" y1="65714" x2="40434" y2="69286"/>
                        <a14:foregroundMark x1="87842" y1="40357" x2="79359" y2="45357"/>
                        <a14:foregroundMark x1="48068" y1="18214" x2="44486" y2="16429"/>
                        <a14:foregroundMark x1="92366" y1="36786" x2="95005" y2="38571"/>
                        <a14:foregroundMark x1="66352" y1="62500" x2="70405" y2="60714"/>
                        <a14:foregroundMark x1="5938" y1="48929" x2="3299" y2="421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886756" y="2698758"/>
            <a:ext cx="465253" cy="122782"/>
          </a:xfrm>
          <a:prstGeom prst="rect">
            <a:avLst/>
          </a:prstGeom>
        </p:spPr>
      </p:pic>
      <p:pic>
        <p:nvPicPr>
          <p:cNvPr id="14" name="Picture 13" descr="A silhouette of a boat on water&#10;&#10;AI-generated content may be incorrect.">
            <a:extLst>
              <a:ext uri="{FF2B5EF4-FFF2-40B4-BE49-F238E27FC236}">
                <a16:creationId xmlns:a16="http://schemas.microsoft.com/office/drawing/2014/main" id="{A05945A5-28D9-0B1D-AC52-526BF11CBAC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25116" y1="87160" x2="26977" y2="86187"/>
                        <a14:foregroundMark x1="50698" y1="10895" x2="49535" y2="1089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7178" y="2582885"/>
            <a:ext cx="491483" cy="293747"/>
          </a:xfrm>
          <a:prstGeom prst="rect">
            <a:avLst/>
          </a:prstGeom>
        </p:spPr>
      </p:pic>
      <p:pic>
        <p:nvPicPr>
          <p:cNvPr id="15" name="Picture 14" descr="A silhouette of a boat on water&#10;&#10;AI-generated content may be incorrect.">
            <a:extLst>
              <a:ext uri="{FF2B5EF4-FFF2-40B4-BE49-F238E27FC236}">
                <a16:creationId xmlns:a16="http://schemas.microsoft.com/office/drawing/2014/main" id="{FF4426B0-A846-05EE-05B1-696907ECE5F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25116" y1="87160" x2="26977" y2="86187"/>
                        <a14:foregroundMark x1="50698" y1="10895" x2="49535" y2="1089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7177" y="2271771"/>
            <a:ext cx="491483" cy="29374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82F891E-3618-D9F5-EC89-D14F4D296005}"/>
              </a:ext>
            </a:extLst>
          </p:cNvPr>
          <p:cNvSpPr txBox="1"/>
          <p:nvPr/>
        </p:nvSpPr>
        <p:spPr>
          <a:xfrm>
            <a:off x="5901074" y="2640103"/>
            <a:ext cx="3898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/>
              <a:t>Low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36ABA4-6FF6-3023-2738-C9C0D1484F2E}"/>
              </a:ext>
            </a:extLst>
          </p:cNvPr>
          <p:cNvSpPr txBox="1"/>
          <p:nvPr/>
        </p:nvSpPr>
        <p:spPr>
          <a:xfrm>
            <a:off x="5901074" y="2334686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/>
              <a:t>High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6F921C-4E26-B7A3-C2DB-8293228A21F5}"/>
              </a:ext>
            </a:extLst>
          </p:cNvPr>
          <p:cNvSpPr txBox="1"/>
          <p:nvPr/>
        </p:nvSpPr>
        <p:spPr>
          <a:xfrm>
            <a:off x="8352009" y="2334686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/>
              <a:t>High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A656EE-05F8-F6C9-E146-65B288BD144E}"/>
              </a:ext>
            </a:extLst>
          </p:cNvPr>
          <p:cNvSpPr txBox="1"/>
          <p:nvPr/>
        </p:nvSpPr>
        <p:spPr>
          <a:xfrm>
            <a:off x="8352009" y="2619543"/>
            <a:ext cx="3898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/>
              <a:t>Low</a:t>
            </a:r>
          </a:p>
        </p:txBody>
      </p:sp>
    </p:spTree>
    <p:extLst>
      <p:ext uri="{BB962C8B-B14F-4D97-AF65-F5344CB8AC3E}">
        <p14:creationId xmlns:p14="http://schemas.microsoft.com/office/powerpoint/2010/main" val="2620375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891615-106A-C451-677B-BA3B8E6D7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951" y="1627476"/>
            <a:ext cx="7206097" cy="360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316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F27779E0-9562-F093-3A32-87633EE56F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304" y="2201446"/>
            <a:ext cx="7199391" cy="3599695"/>
          </a:xfrm>
        </p:spPr>
      </p:pic>
      <p:pic>
        <p:nvPicPr>
          <p:cNvPr id="6" name="Picture 5" descr="A silhouette of a boat on water&#10;&#10;AI-generated content may be incorrect.">
            <a:extLst>
              <a:ext uri="{FF2B5EF4-FFF2-40B4-BE49-F238E27FC236}">
                <a16:creationId xmlns:a16="http://schemas.microsoft.com/office/drawing/2014/main" id="{E2369421-5AAC-800E-7D76-3E264BFA449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25116" y1="87160" x2="26977" y2="86187"/>
                        <a14:foregroundMark x1="50698" y1="10895" x2="49535" y2="1089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690" y="2529287"/>
            <a:ext cx="491483" cy="293747"/>
          </a:xfrm>
          <a:prstGeom prst="rect">
            <a:avLst/>
          </a:prstGeom>
        </p:spPr>
      </p:pic>
      <p:pic>
        <p:nvPicPr>
          <p:cNvPr id="7" name="Picture 6" descr="A silhouette of a boat on water&#10;&#10;AI-generated content may be incorrect.">
            <a:extLst>
              <a:ext uri="{FF2B5EF4-FFF2-40B4-BE49-F238E27FC236}">
                <a16:creationId xmlns:a16="http://schemas.microsoft.com/office/drawing/2014/main" id="{23B20D9C-FB10-AFA4-90CC-51E3175517A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25116" y1="87160" x2="26977" y2="86187"/>
                        <a14:foregroundMark x1="50698" y1="10895" x2="49535" y2="1089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689" y="2218173"/>
            <a:ext cx="491483" cy="2937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A6A20A-95FE-81E8-F43E-D7BF1A267AE6}"/>
              </a:ext>
            </a:extLst>
          </p:cNvPr>
          <p:cNvSpPr txBox="1"/>
          <p:nvPr/>
        </p:nvSpPr>
        <p:spPr>
          <a:xfrm>
            <a:off x="8298586" y="2586505"/>
            <a:ext cx="3898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/>
              <a:t>Low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9966AE-7627-8951-2AE4-B848DE4EABBC}"/>
              </a:ext>
            </a:extLst>
          </p:cNvPr>
          <p:cNvSpPr txBox="1"/>
          <p:nvPr/>
        </p:nvSpPr>
        <p:spPr>
          <a:xfrm>
            <a:off x="8298586" y="2281088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/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4050460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BFE758-1C39-B393-B6DF-64DFD453C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951" y="1627476"/>
            <a:ext cx="7206097" cy="360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523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97</Words>
  <Application>Microsoft Office PowerPoint</Application>
  <PresentationFormat>Widescreen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Enrico Nicola Armelloni</dc:creator>
  <cp:lastModifiedBy>Enrico Armelloni</cp:lastModifiedBy>
  <cp:revision>6</cp:revision>
  <dcterms:created xsi:type="dcterms:W3CDTF">2025-07-02T14:23:28Z</dcterms:created>
  <dcterms:modified xsi:type="dcterms:W3CDTF">2025-11-10T20:00:12Z</dcterms:modified>
</cp:coreProperties>
</file>